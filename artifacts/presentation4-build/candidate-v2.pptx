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artifacts/models/demo-20261005-233045/loss-and-pr.png, history.json, report.json. </a:t>
            </a:r>
            <a:r>
              <a:rPr lang="ko-KR" altLang="en-US"/>
              <a:t>이 그림은 합성 데이터 실험 결과입니다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artifacts/models/demo-20261005-233045/lstm-confusion.png </a:t>
            </a:r>
            <a:r>
              <a:rPr lang="ko-KR" altLang="en-US"/>
              <a:t>및 </a:t>
            </a:r>
            <a:r>
              <a:rPr lang="en-US" altLang="ko-KR"/>
              <a:t>report.json models.lstm.test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artifacts/models/demo-20261005-233045/logistic-confusion.png </a:t>
            </a:r>
            <a:r>
              <a:rPr lang="ko-KR" altLang="en-US"/>
              <a:t>및 </a:t>
            </a:r>
            <a:r>
              <a:rPr lang="en-US" altLang="ko-KR"/>
              <a:t>report.json validation_recommendation, models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D462E0-C324-F3EE-72E1-7A422CA09B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08100"/>
            <a:ext cx="10795000" cy="431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255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3500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6B42A1-3901-54E5-064A-0F85F95F0D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71600"/>
            <a:ext cx="46482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A6B579-4A70-B3BA-3572-66422DCF1F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0" y="1409700"/>
            <a:ext cx="4470400" cy="44704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와이드스크린</PresentationFormat>
  <Paragraphs>167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1</cp:revision>
  <dcterms:created xsi:type="dcterms:W3CDTF">2026-10-06T19:07:32Z</dcterms:created>
  <dcterms:modified xsi:type="dcterms:W3CDTF">2026-10-06T19:11:57Z</dcterms:modified>
</cp:coreProperties>
</file>