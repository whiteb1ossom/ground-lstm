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2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/>
              <a:t>학습 손실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Data!$B$2:$B$51</c:f>
              <c:numCache>
                <c:formatCode>General</c:formatCode>
                <c:ptCount val="50"/>
                <c:pt idx="0">
                  <c:v>0.67595541477203369</c:v>
                </c:pt>
                <c:pt idx="1">
                  <c:v>0.61890619993209839</c:v>
                </c:pt>
                <c:pt idx="2">
                  <c:v>0.57040822505950928</c:v>
                </c:pt>
                <c:pt idx="3">
                  <c:v>0.52362048625946045</c:v>
                </c:pt>
                <c:pt idx="4">
                  <c:v>0.47775998711585999</c:v>
                </c:pt>
                <c:pt idx="5">
                  <c:v>0.43323186039924622</c:v>
                </c:pt>
                <c:pt idx="6">
                  <c:v>0.39093002676963806</c:v>
                </c:pt>
                <c:pt idx="7">
                  <c:v>0.35158562660217285</c:v>
                </c:pt>
                <c:pt idx="8">
                  <c:v>0.31534549593925476</c:v>
                </c:pt>
                <c:pt idx="9">
                  <c:v>0.28184619545936584</c:v>
                </c:pt>
                <c:pt idx="10">
                  <c:v>0.25094601511955261</c:v>
                </c:pt>
                <c:pt idx="11">
                  <c:v>0.22303846478462219</c:v>
                </c:pt>
                <c:pt idx="12">
                  <c:v>0.19862118363380432</c:v>
                </c:pt>
                <c:pt idx="13">
                  <c:v>0.17783729732036591</c:v>
                </c:pt>
                <c:pt idx="14">
                  <c:v>0.16043251752853394</c:v>
                </c:pt>
                <c:pt idx="15">
                  <c:v>0.1459185928106308</c:v>
                </c:pt>
                <c:pt idx="16">
                  <c:v>0.13373757898807526</c:v>
                </c:pt>
                <c:pt idx="17">
                  <c:v>0.1233767867088318</c:v>
                </c:pt>
                <c:pt idx="18">
                  <c:v>0.1144217774271965</c:v>
                </c:pt>
                <c:pt idx="19">
                  <c:v>0.10656309872865675</c:v>
                </c:pt>
                <c:pt idx="20">
                  <c:v>9.9578753113746643E-2</c:v>
                </c:pt>
                <c:pt idx="21">
                  <c:v>9.3310005962848663E-2</c:v>
                </c:pt>
                <c:pt idx="22">
                  <c:v>8.7640382349491119E-2</c:v>
                </c:pt>
                <c:pt idx="23">
                  <c:v>8.2480475306510925E-2</c:v>
                </c:pt>
                <c:pt idx="24">
                  <c:v>7.7758096158504486E-2</c:v>
                </c:pt>
                <c:pt idx="25">
                  <c:v>7.3412604629993439E-2</c:v>
                </c:pt>
                <c:pt idx="26">
                  <c:v>6.9391936063766479E-2</c:v>
                </c:pt>
                <c:pt idx="27">
                  <c:v>6.5651580691337585E-2</c:v>
                </c:pt>
                <c:pt idx="28">
                  <c:v>6.2154181301593781E-2</c:v>
                </c:pt>
                <c:pt idx="29">
                  <c:v>5.8869346976280212E-2</c:v>
                </c:pt>
                <c:pt idx="30">
                  <c:v>5.5773362517356873E-2</c:v>
                </c:pt>
                <c:pt idx="31">
                  <c:v>5.2848298102617264E-2</c:v>
                </c:pt>
                <c:pt idx="32">
                  <c:v>5.0080884248018265E-2</c:v>
                </c:pt>
                <c:pt idx="33">
                  <c:v>4.7461085021495819E-2</c:v>
                </c:pt>
                <c:pt idx="34">
                  <c:v>4.4980902224779129E-2</c:v>
                </c:pt>
                <c:pt idx="35">
                  <c:v>4.2633514851331711E-2</c:v>
                </c:pt>
                <c:pt idx="36">
                  <c:v>4.0412716567516327E-2</c:v>
                </c:pt>
                <c:pt idx="37">
                  <c:v>3.8312800228595734E-2</c:v>
                </c:pt>
                <c:pt idx="38">
                  <c:v>3.6328371614217758E-2</c:v>
                </c:pt>
                <c:pt idx="39">
                  <c:v>3.4454397857189178E-2</c:v>
                </c:pt>
                <c:pt idx="40">
                  <c:v>3.2686159014701843E-2</c:v>
                </c:pt>
                <c:pt idx="41">
                  <c:v>3.1019199639558792E-2</c:v>
                </c:pt>
                <c:pt idx="42">
                  <c:v>2.9449256137013435E-2</c:v>
                </c:pt>
                <c:pt idx="43">
                  <c:v>2.7972089126706123E-2</c:v>
                </c:pt>
                <c:pt idx="44">
                  <c:v>2.6583313941955566E-2</c:v>
                </c:pt>
                <c:pt idx="45">
                  <c:v>2.5278348475694656E-2</c:v>
                </c:pt>
                <c:pt idx="46">
                  <c:v>2.4052368476986885E-2</c:v>
                </c:pt>
                <c:pt idx="47">
                  <c:v>2.2900441661477089E-2</c:v>
                </c:pt>
                <c:pt idx="48">
                  <c:v>2.1817686036229137E-2</c:v>
                </c:pt>
                <c:pt idx="49">
                  <c:v>2.0799404010176659E-2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727-4683-BD67-B51CCFFB628C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validation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Data!$D$2:$D$51</c:f>
              <c:numCache>
                <c:formatCode>General</c:formatCode>
                <c:ptCount val="50"/>
                <c:pt idx="0">
                  <c:v>0.62944859266281128</c:v>
                </c:pt>
                <c:pt idx="1">
                  <c:v>0.5729641318321228</c:v>
                </c:pt>
                <c:pt idx="2">
                  <c:v>0.52004945278167725</c:v>
                </c:pt>
                <c:pt idx="3">
                  <c:v>0.46944940090179438</c:v>
                </c:pt>
                <c:pt idx="4">
                  <c:v>0.42061403393745422</c:v>
                </c:pt>
                <c:pt idx="5">
                  <c:v>0.37385770678520203</c:v>
                </c:pt>
                <c:pt idx="6">
                  <c:v>0.32992762327194214</c:v>
                </c:pt>
                <c:pt idx="7">
                  <c:v>0.28955665230751038</c:v>
                </c:pt>
                <c:pt idx="8">
                  <c:v>0.25341969728469849</c:v>
                </c:pt>
                <c:pt idx="9">
                  <c:v>0.2219792902469635</c:v>
                </c:pt>
                <c:pt idx="10">
                  <c:v>0.19537213444709775</c:v>
                </c:pt>
                <c:pt idx="11">
                  <c:v>0.17346538603305817</c:v>
                </c:pt>
                <c:pt idx="12">
                  <c:v>0.15584348142147064</c:v>
                </c:pt>
                <c:pt idx="13">
                  <c:v>0.14181579649448395</c:v>
                </c:pt>
                <c:pt idx="14">
                  <c:v>0.13055244088172913</c:v>
                </c:pt>
                <c:pt idx="15">
                  <c:v>0.12125570327043532</c:v>
                </c:pt>
                <c:pt idx="16">
                  <c:v>0.11329029500484468</c:v>
                </c:pt>
                <c:pt idx="17">
                  <c:v>0.10623213648796082</c:v>
                </c:pt>
                <c:pt idx="18">
                  <c:v>9.9836975336074843E-2</c:v>
                </c:pt>
                <c:pt idx="19">
                  <c:v>9.3976289033889757E-2</c:v>
                </c:pt>
                <c:pt idx="20">
                  <c:v>8.8582083582878113E-2</c:v>
                </c:pt>
                <c:pt idx="21">
                  <c:v>8.3611682057380676E-2</c:v>
                </c:pt>
                <c:pt idx="22">
                  <c:v>7.902824878692627E-2</c:v>
                </c:pt>
                <c:pt idx="23">
                  <c:v>7.4792392551898956E-2</c:v>
                </c:pt>
                <c:pt idx="24">
                  <c:v>7.08613321185112E-2</c:v>
                </c:pt>
                <c:pt idx="25">
                  <c:v>6.7191816866397858E-2</c:v>
                </c:pt>
                <c:pt idx="26">
                  <c:v>6.3744083046913147E-2</c:v>
                </c:pt>
                <c:pt idx="27">
                  <c:v>6.0485150665044785E-2</c:v>
                </c:pt>
                <c:pt idx="28">
                  <c:v>5.7390362024307251E-2</c:v>
                </c:pt>
                <c:pt idx="29">
                  <c:v>5.4443422704935074E-2</c:v>
                </c:pt>
                <c:pt idx="30">
                  <c:v>5.1635004580020905E-2</c:v>
                </c:pt>
                <c:pt idx="31">
                  <c:v>4.8960432410240173E-2</c:v>
                </c:pt>
                <c:pt idx="32">
                  <c:v>4.6417225152254105E-2</c:v>
                </c:pt>
                <c:pt idx="33">
                  <c:v>4.4003110378980637E-2</c:v>
                </c:pt>
                <c:pt idx="34">
                  <c:v>4.1714981198310852E-2</c:v>
                </c:pt>
                <c:pt idx="35">
                  <c:v>3.9548695087432861E-2</c:v>
                </c:pt>
                <c:pt idx="36">
                  <c:v>3.7499420344829559E-2</c:v>
                </c:pt>
                <c:pt idx="37">
                  <c:v>3.5562034696340561E-2</c:v>
                </c:pt>
                <c:pt idx="38">
                  <c:v>3.373153880238533E-2</c:v>
                </c:pt>
                <c:pt idx="39">
                  <c:v>3.2003235071897507E-2</c:v>
                </c:pt>
                <c:pt idx="40">
                  <c:v>3.0372859910130501E-2</c:v>
                </c:pt>
                <c:pt idx="41">
                  <c:v>2.8836535289883617E-2</c:v>
                </c:pt>
                <c:pt idx="42">
                  <c:v>2.7390668168663979E-2</c:v>
                </c:pt>
                <c:pt idx="43">
                  <c:v>2.6031669229269028E-2</c:v>
                </c:pt>
                <c:pt idx="44">
                  <c:v>2.4755710735917091E-2</c:v>
                </c:pt>
                <c:pt idx="45">
                  <c:v>2.3558551445603371E-2</c:v>
                </c:pt>
                <c:pt idx="46">
                  <c:v>2.2435516119003296E-2</c:v>
                </c:pt>
                <c:pt idx="47">
                  <c:v>2.1381624042987823E-2</c:v>
                </c:pt>
                <c:pt idx="48">
                  <c:v>2.039187029004097E-2</c:v>
                </c:pt>
                <c:pt idx="49">
                  <c:v>1.9461387768387791E-2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727-4683-BD67-B51CCFFB62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2039663"/>
        <c:axId val="1149093712"/>
      </c:scatterChart>
      <c:valAx>
        <c:axId val="1082039663"/>
        <c:scaling>
          <c:orientation val="minMax"/>
          <c:max val="5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Epoch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49093712"/>
        <c:crosses val="autoZero"/>
        <c:crossBetween val="midCat"/>
      </c:valAx>
      <c:valAx>
        <c:axId val="1149093712"/>
        <c:scaling>
          <c:orientation val="minMax"/>
          <c:max val="0.7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20396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/>
              <a:t>Test PR </a:t>
            </a:r>
            <a:r>
              <a:rPr lang="ko-KR"/>
              <a:t>곡선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logistic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Data!$A$2:$A$269</c:f>
              <c:numCache>
                <c:formatCode>General</c:formatCode>
                <c:ptCount val="26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0.98888888888888882</c:v>
                </c:pt>
                <c:pt idx="206">
                  <c:v>0.97777777777777763</c:v>
                </c:pt>
                <c:pt idx="207">
                  <c:v>0.96666666666666679</c:v>
                </c:pt>
                <c:pt idx="208">
                  <c:v>0.9555555555555556</c:v>
                </c:pt>
                <c:pt idx="209">
                  <c:v>0.94444444444444442</c:v>
                </c:pt>
                <c:pt idx="210">
                  <c:v>0.93333333333333324</c:v>
                </c:pt>
                <c:pt idx="211">
                  <c:v>0.92222222222222239</c:v>
                </c:pt>
                <c:pt idx="212">
                  <c:v>0.9111111111111112</c:v>
                </c:pt>
                <c:pt idx="213">
                  <c:v>0.9</c:v>
                </c:pt>
                <c:pt idx="214">
                  <c:v>0.88888888888888884</c:v>
                </c:pt>
                <c:pt idx="215">
                  <c:v>0.87777777777777777</c:v>
                </c:pt>
                <c:pt idx="216">
                  <c:v>0.8666666666666667</c:v>
                </c:pt>
                <c:pt idx="217">
                  <c:v>0.85555555555555551</c:v>
                </c:pt>
                <c:pt idx="218">
                  <c:v>0.84444444444444444</c:v>
                </c:pt>
                <c:pt idx="219">
                  <c:v>0.83333333333333337</c:v>
                </c:pt>
                <c:pt idx="220">
                  <c:v>0.82222222222222219</c:v>
                </c:pt>
                <c:pt idx="221">
                  <c:v>0.81111111111111112</c:v>
                </c:pt>
                <c:pt idx="222">
                  <c:v>0.8</c:v>
                </c:pt>
                <c:pt idx="223">
                  <c:v>0.78888888888888886</c:v>
                </c:pt>
                <c:pt idx="224">
                  <c:v>0.77777777777777779</c:v>
                </c:pt>
                <c:pt idx="225">
                  <c:v>0.76666666666666672</c:v>
                </c:pt>
                <c:pt idx="226">
                  <c:v>0.75555555555555554</c:v>
                </c:pt>
                <c:pt idx="227">
                  <c:v>0.74444444444444446</c:v>
                </c:pt>
                <c:pt idx="228">
                  <c:v>0.73333333333333328</c:v>
                </c:pt>
                <c:pt idx="229">
                  <c:v>0.72222222222222221</c:v>
                </c:pt>
                <c:pt idx="230">
                  <c:v>0.71111111111111114</c:v>
                </c:pt>
                <c:pt idx="231">
                  <c:v>0.7</c:v>
                </c:pt>
                <c:pt idx="232">
                  <c:v>0.68888888888888888</c:v>
                </c:pt>
                <c:pt idx="233">
                  <c:v>0.67777777777777781</c:v>
                </c:pt>
                <c:pt idx="234">
                  <c:v>0.66666666666666663</c:v>
                </c:pt>
                <c:pt idx="235">
                  <c:v>0.65555555555555556</c:v>
                </c:pt>
                <c:pt idx="236">
                  <c:v>0.64444444444444449</c:v>
                </c:pt>
                <c:pt idx="237">
                  <c:v>0.6333333333333333</c:v>
                </c:pt>
                <c:pt idx="238">
                  <c:v>0.62222222222222223</c:v>
                </c:pt>
                <c:pt idx="239">
                  <c:v>0.61111111111111116</c:v>
                </c:pt>
                <c:pt idx="240">
                  <c:v>0.6</c:v>
                </c:pt>
                <c:pt idx="241">
                  <c:v>0.58888888888888891</c:v>
                </c:pt>
                <c:pt idx="242">
                  <c:v>0.57777777777777772</c:v>
                </c:pt>
                <c:pt idx="243">
                  <c:v>0.56666666666666665</c:v>
                </c:pt>
                <c:pt idx="244">
                  <c:v>0.55555555555555558</c:v>
                </c:pt>
                <c:pt idx="245">
                  <c:v>0.5444444444444444</c:v>
                </c:pt>
                <c:pt idx="246">
                  <c:v>0.53333333333333333</c:v>
                </c:pt>
                <c:pt idx="247">
                  <c:v>0.52222222222222225</c:v>
                </c:pt>
                <c:pt idx="248">
                  <c:v>0.51111111111111107</c:v>
                </c:pt>
                <c:pt idx="249">
                  <c:v>0.5</c:v>
                </c:pt>
                <c:pt idx="250">
                  <c:v>0.48888888888888887</c:v>
                </c:pt>
                <c:pt idx="251">
                  <c:v>0.4777777777777778</c:v>
                </c:pt>
                <c:pt idx="252">
                  <c:v>0.46666666666666667</c:v>
                </c:pt>
                <c:pt idx="253">
                  <c:v>0.45555555555555555</c:v>
                </c:pt>
                <c:pt idx="254">
                  <c:v>0.44444444444444442</c:v>
                </c:pt>
                <c:pt idx="255">
                  <c:v>0.43333333333333335</c:v>
                </c:pt>
                <c:pt idx="256">
                  <c:v>0.42222222222222222</c:v>
                </c:pt>
                <c:pt idx="257">
                  <c:v>0.41111111111111109</c:v>
                </c:pt>
                <c:pt idx="258">
                  <c:v>0.4</c:v>
                </c:pt>
                <c:pt idx="259">
                  <c:v>0.3888888888888889</c:v>
                </c:pt>
                <c:pt idx="260">
                  <c:v>0.37777777777777777</c:v>
                </c:pt>
                <c:pt idx="261">
                  <c:v>0.36666666666666664</c:v>
                </c:pt>
                <c:pt idx="262">
                  <c:v>0.35555555555555557</c:v>
                </c:pt>
                <c:pt idx="263">
                  <c:v>0.34444444444444444</c:v>
                </c:pt>
                <c:pt idx="264">
                  <c:v>0.33333333333333331</c:v>
                </c:pt>
                <c:pt idx="265">
                  <c:v>0.32222222222222224</c:v>
                </c:pt>
                <c:pt idx="266">
                  <c:v>0.31111111111111112</c:v>
                </c:pt>
                <c:pt idx="267">
                  <c:v>0</c:v>
                </c:pt>
              </c:numCache>
            </c:numRef>
          </c:xVal>
          <c:yVal>
            <c:numRef>
              <c:f>Data!$B$2:$B$269</c:f>
              <c:numCache>
                <c:formatCode>General</c:formatCode>
                <c:ptCount val="268"/>
                <c:pt idx="0">
                  <c:v>0.30612244897959184</c:v>
                </c:pt>
                <c:pt idx="1">
                  <c:v>0.30716723549488056</c:v>
                </c:pt>
                <c:pt idx="2">
                  <c:v>0.30821917808219179</c:v>
                </c:pt>
                <c:pt idx="3">
                  <c:v>0.30927835051546393</c:v>
                </c:pt>
                <c:pt idx="4">
                  <c:v>0.31034482758620691</c:v>
                </c:pt>
                <c:pt idx="5">
                  <c:v>0.31141868512110726</c:v>
                </c:pt>
                <c:pt idx="6">
                  <c:v>0.3125</c:v>
                </c:pt>
                <c:pt idx="7">
                  <c:v>0.31358885017421601</c:v>
                </c:pt>
                <c:pt idx="8">
                  <c:v>0.31468531468531469</c:v>
                </c:pt>
                <c:pt idx="9">
                  <c:v>0.31578947368421051</c:v>
                </c:pt>
                <c:pt idx="10">
                  <c:v>0.31690140845070425</c:v>
                </c:pt>
                <c:pt idx="11">
                  <c:v>0.31802120141342755</c:v>
                </c:pt>
                <c:pt idx="12">
                  <c:v>0.31914893617021278</c:v>
                </c:pt>
                <c:pt idx="13">
                  <c:v>0.32028469750889682</c:v>
                </c:pt>
                <c:pt idx="14">
                  <c:v>0.32142857142857145</c:v>
                </c:pt>
                <c:pt idx="15">
                  <c:v>0.32258064516129031</c:v>
                </c:pt>
                <c:pt idx="16">
                  <c:v>0.32374100719424459</c:v>
                </c:pt>
                <c:pt idx="17">
                  <c:v>0.32490974729241878</c:v>
                </c:pt>
                <c:pt idx="18">
                  <c:v>0.32608695652173914</c:v>
                </c:pt>
                <c:pt idx="19">
                  <c:v>0.32727272727272727</c:v>
                </c:pt>
                <c:pt idx="20">
                  <c:v>0.32846715328467152</c:v>
                </c:pt>
                <c:pt idx="21">
                  <c:v>0.32967032967032966</c:v>
                </c:pt>
                <c:pt idx="22">
                  <c:v>0.33088235294117646</c:v>
                </c:pt>
                <c:pt idx="23">
                  <c:v>0.33210332103321033</c:v>
                </c:pt>
                <c:pt idx="24">
                  <c:v>0.33333333333333331</c:v>
                </c:pt>
                <c:pt idx="25">
                  <c:v>0.33457249070631973</c:v>
                </c:pt>
                <c:pt idx="26">
                  <c:v>0.33582089552238809</c:v>
                </c:pt>
                <c:pt idx="27">
                  <c:v>0.33707865168539325</c:v>
                </c:pt>
                <c:pt idx="28">
                  <c:v>0.33834586466165412</c:v>
                </c:pt>
                <c:pt idx="29">
                  <c:v>0.33962264150943394</c:v>
                </c:pt>
                <c:pt idx="30">
                  <c:v>0.34090909090909088</c:v>
                </c:pt>
                <c:pt idx="31">
                  <c:v>0.34220532319391633</c:v>
                </c:pt>
                <c:pt idx="32">
                  <c:v>0.34351145038167941</c:v>
                </c:pt>
                <c:pt idx="33">
                  <c:v>0.34482758620689657</c:v>
                </c:pt>
                <c:pt idx="34">
                  <c:v>0.34615384615384615</c:v>
                </c:pt>
                <c:pt idx="35">
                  <c:v>0.34749034749034752</c:v>
                </c:pt>
                <c:pt idx="36">
                  <c:v>0.34883720930232559</c:v>
                </c:pt>
                <c:pt idx="37">
                  <c:v>0.35019455252918286</c:v>
                </c:pt>
                <c:pt idx="38">
                  <c:v>0.3515625</c:v>
                </c:pt>
                <c:pt idx="39">
                  <c:v>0.35294117647058826</c:v>
                </c:pt>
                <c:pt idx="40">
                  <c:v>0.3543307086614173</c:v>
                </c:pt>
                <c:pt idx="41">
                  <c:v>0.35573122529644269</c:v>
                </c:pt>
                <c:pt idx="42">
                  <c:v>0.35714285714285715</c:v>
                </c:pt>
                <c:pt idx="43">
                  <c:v>0.35856573705179284</c:v>
                </c:pt>
                <c:pt idx="44">
                  <c:v>0.36</c:v>
                </c:pt>
                <c:pt idx="45">
                  <c:v>0.36144578313253012</c:v>
                </c:pt>
                <c:pt idx="46">
                  <c:v>0.36290322580645162</c:v>
                </c:pt>
                <c:pt idx="47">
                  <c:v>0.36437246963562753</c:v>
                </c:pt>
                <c:pt idx="48">
                  <c:v>0.36585365853658536</c:v>
                </c:pt>
                <c:pt idx="49">
                  <c:v>0.36734693877551022</c:v>
                </c:pt>
                <c:pt idx="50">
                  <c:v>0.36885245901639346</c:v>
                </c:pt>
                <c:pt idx="51">
                  <c:v>0.37037037037037029</c:v>
                </c:pt>
                <c:pt idx="52">
                  <c:v>0.37190082644628097</c:v>
                </c:pt>
                <c:pt idx="53">
                  <c:v>0.37344398340248958</c:v>
                </c:pt>
                <c:pt idx="54">
                  <c:v>0.375</c:v>
                </c:pt>
                <c:pt idx="55">
                  <c:v>0.37656903765690375</c:v>
                </c:pt>
                <c:pt idx="56">
                  <c:v>0.37815126050420167</c:v>
                </c:pt>
                <c:pt idx="57">
                  <c:v>0.379746835443038</c:v>
                </c:pt>
                <c:pt idx="58">
                  <c:v>0.38135593220338981</c:v>
                </c:pt>
                <c:pt idx="59">
                  <c:v>0.38297872340425532</c:v>
                </c:pt>
                <c:pt idx="60">
                  <c:v>0.38461538461538464</c:v>
                </c:pt>
                <c:pt idx="61">
                  <c:v>0.38626609442060078</c:v>
                </c:pt>
                <c:pt idx="62">
                  <c:v>0.38793103448275862</c:v>
                </c:pt>
                <c:pt idx="63">
                  <c:v>0.38961038961038957</c:v>
                </c:pt>
                <c:pt idx="64">
                  <c:v>0.39130434782608697</c:v>
                </c:pt>
                <c:pt idx="65">
                  <c:v>0.3930131004366812</c:v>
                </c:pt>
                <c:pt idx="66">
                  <c:v>0.39473684210526322</c:v>
                </c:pt>
                <c:pt idx="67">
                  <c:v>0.3964757709251101</c:v>
                </c:pt>
                <c:pt idx="68">
                  <c:v>0.39823008849557517</c:v>
                </c:pt>
                <c:pt idx="69">
                  <c:v>0.4</c:v>
                </c:pt>
                <c:pt idx="70">
                  <c:v>0.4017857142857143</c:v>
                </c:pt>
                <c:pt idx="71">
                  <c:v>0.40358744394618834</c:v>
                </c:pt>
                <c:pt idx="72">
                  <c:v>0.40540540540540543</c:v>
                </c:pt>
                <c:pt idx="73">
                  <c:v>0.40723981900452488</c:v>
                </c:pt>
                <c:pt idx="74">
                  <c:v>0.40909090909090912</c:v>
                </c:pt>
                <c:pt idx="75">
                  <c:v>0.41095890410958902</c:v>
                </c:pt>
                <c:pt idx="76">
                  <c:v>0.41284403669724778</c:v>
                </c:pt>
                <c:pt idx="77">
                  <c:v>0.41474654377880182</c:v>
                </c:pt>
                <c:pt idx="78">
                  <c:v>0.41666666666666669</c:v>
                </c:pt>
                <c:pt idx="79">
                  <c:v>0.41860465116279072</c:v>
                </c:pt>
                <c:pt idx="80">
                  <c:v>0.42056074766355139</c:v>
                </c:pt>
                <c:pt idx="81">
                  <c:v>0.42253521126760563</c:v>
                </c:pt>
                <c:pt idx="82">
                  <c:v>0.42452830188679247</c:v>
                </c:pt>
                <c:pt idx="83">
                  <c:v>0.42654028436018959</c:v>
                </c:pt>
                <c:pt idx="84">
                  <c:v>0.42857142857142855</c:v>
                </c:pt>
                <c:pt idx="85">
                  <c:v>0.43062200956937802</c:v>
                </c:pt>
                <c:pt idx="86">
                  <c:v>0.43269230769230771</c:v>
                </c:pt>
                <c:pt idx="87">
                  <c:v>0.43478260869565216</c:v>
                </c:pt>
                <c:pt idx="88">
                  <c:v>0.43689320388349512</c:v>
                </c:pt>
                <c:pt idx="89">
                  <c:v>0.43902439024390238</c:v>
                </c:pt>
                <c:pt idx="90">
                  <c:v>0.44117647058823528</c:v>
                </c:pt>
                <c:pt idx="91">
                  <c:v>0.44334975369458129</c:v>
                </c:pt>
                <c:pt idx="92">
                  <c:v>0.4455445544554455</c:v>
                </c:pt>
                <c:pt idx="93">
                  <c:v>0.44776119402985071</c:v>
                </c:pt>
                <c:pt idx="94">
                  <c:v>0.45</c:v>
                </c:pt>
                <c:pt idx="95">
                  <c:v>0.45226130653266339</c:v>
                </c:pt>
                <c:pt idx="96">
                  <c:v>0.45454545454545459</c:v>
                </c:pt>
                <c:pt idx="97">
                  <c:v>0.45685279187817257</c:v>
                </c:pt>
                <c:pt idx="98">
                  <c:v>0.45918367346938777</c:v>
                </c:pt>
                <c:pt idx="99">
                  <c:v>0.46153846153846162</c:v>
                </c:pt>
                <c:pt idx="100">
                  <c:v>0.46391752577319589</c:v>
                </c:pt>
                <c:pt idx="101">
                  <c:v>0.46632124352331605</c:v>
                </c:pt>
                <c:pt idx="102">
                  <c:v>0.46875</c:v>
                </c:pt>
                <c:pt idx="103">
                  <c:v>0.47120418848167539</c:v>
                </c:pt>
                <c:pt idx="104">
                  <c:v>0.47368421052631576</c:v>
                </c:pt>
                <c:pt idx="105">
                  <c:v>0.47619047619047616</c:v>
                </c:pt>
                <c:pt idx="106">
                  <c:v>0.47872340425531917</c:v>
                </c:pt>
                <c:pt idx="107">
                  <c:v>0.48128342245989303</c:v>
                </c:pt>
                <c:pt idx="108">
                  <c:v>0.4838709677419355</c:v>
                </c:pt>
                <c:pt idx="109">
                  <c:v>0.48648648648648651</c:v>
                </c:pt>
                <c:pt idx="110">
                  <c:v>0.4891304347826087</c:v>
                </c:pt>
                <c:pt idx="111">
                  <c:v>0.49180327868852458</c:v>
                </c:pt>
                <c:pt idx="112">
                  <c:v>0.49450549450549453</c:v>
                </c:pt>
                <c:pt idx="113">
                  <c:v>0.49723756906077349</c:v>
                </c:pt>
                <c:pt idx="114">
                  <c:v>0.5</c:v>
                </c:pt>
                <c:pt idx="115">
                  <c:v>0.5027932960893855</c:v>
                </c:pt>
                <c:pt idx="116">
                  <c:v>0.5056179775280899</c:v>
                </c:pt>
                <c:pt idx="117">
                  <c:v>0.50847457627118642</c:v>
                </c:pt>
                <c:pt idx="118">
                  <c:v>0.51136363636363635</c:v>
                </c:pt>
                <c:pt idx="119">
                  <c:v>0.51428571428571423</c:v>
                </c:pt>
                <c:pt idx="120">
                  <c:v>0.51724137931034486</c:v>
                </c:pt>
                <c:pt idx="121">
                  <c:v>0.52023121387283233</c:v>
                </c:pt>
                <c:pt idx="122">
                  <c:v>0.52325581395348841</c:v>
                </c:pt>
                <c:pt idx="123">
                  <c:v>0.52631578947368418</c:v>
                </c:pt>
                <c:pt idx="124">
                  <c:v>0.52941176470588236</c:v>
                </c:pt>
                <c:pt idx="125">
                  <c:v>0.53254437869822491</c:v>
                </c:pt>
                <c:pt idx="126">
                  <c:v>0.5357142857142857</c:v>
                </c:pt>
                <c:pt idx="127">
                  <c:v>0.53892215568862278</c:v>
                </c:pt>
                <c:pt idx="128">
                  <c:v>0.54216867469879515</c:v>
                </c:pt>
                <c:pt idx="129">
                  <c:v>0.54545454545454541</c:v>
                </c:pt>
                <c:pt idx="130">
                  <c:v>0.54878048780487809</c:v>
                </c:pt>
                <c:pt idx="131">
                  <c:v>0.55214723926380371</c:v>
                </c:pt>
                <c:pt idx="132">
                  <c:v>0.55555555555555558</c:v>
                </c:pt>
                <c:pt idx="133">
                  <c:v>0.55900621118012417</c:v>
                </c:pt>
                <c:pt idx="134">
                  <c:v>0.5625</c:v>
                </c:pt>
                <c:pt idx="135">
                  <c:v>0.56603773584905659</c:v>
                </c:pt>
                <c:pt idx="136">
                  <c:v>0.569620253164557</c:v>
                </c:pt>
                <c:pt idx="137">
                  <c:v>0.57324840764331209</c:v>
                </c:pt>
                <c:pt idx="138">
                  <c:v>0.57692307692307687</c:v>
                </c:pt>
                <c:pt idx="139">
                  <c:v>0.58064516129032262</c:v>
                </c:pt>
                <c:pt idx="140">
                  <c:v>0.58441558441558439</c:v>
                </c:pt>
                <c:pt idx="141">
                  <c:v>0.58823529411764708</c:v>
                </c:pt>
                <c:pt idx="142">
                  <c:v>0.59210526315789469</c:v>
                </c:pt>
                <c:pt idx="143">
                  <c:v>0.59602649006622521</c:v>
                </c:pt>
                <c:pt idx="144">
                  <c:v>0.6</c:v>
                </c:pt>
                <c:pt idx="145">
                  <c:v>0.60402684563758391</c:v>
                </c:pt>
                <c:pt idx="146">
                  <c:v>0.60810810810810811</c:v>
                </c:pt>
                <c:pt idx="147">
                  <c:v>0.61224489795918369</c:v>
                </c:pt>
                <c:pt idx="148">
                  <c:v>0.61643835616438358</c:v>
                </c:pt>
                <c:pt idx="149">
                  <c:v>0.62068965517241381</c:v>
                </c:pt>
                <c:pt idx="150">
                  <c:v>0.625</c:v>
                </c:pt>
                <c:pt idx="151">
                  <c:v>0.62937062937062938</c:v>
                </c:pt>
                <c:pt idx="152">
                  <c:v>0.63380281690140849</c:v>
                </c:pt>
                <c:pt idx="153">
                  <c:v>0.63829787234042556</c:v>
                </c:pt>
                <c:pt idx="154">
                  <c:v>0.6428571428571429</c:v>
                </c:pt>
                <c:pt idx="155">
                  <c:v>0.64748201438848918</c:v>
                </c:pt>
                <c:pt idx="156">
                  <c:v>0.65217391304347827</c:v>
                </c:pt>
                <c:pt idx="157">
                  <c:v>0.65693430656934304</c:v>
                </c:pt>
                <c:pt idx="158">
                  <c:v>0.66176470588235292</c:v>
                </c:pt>
                <c:pt idx="159">
                  <c:v>0.66666666666666663</c:v>
                </c:pt>
                <c:pt idx="160">
                  <c:v>0.67164179104477617</c:v>
                </c:pt>
                <c:pt idx="161">
                  <c:v>0.67669172932330823</c:v>
                </c:pt>
                <c:pt idx="162">
                  <c:v>0.68181818181818177</c:v>
                </c:pt>
                <c:pt idx="163">
                  <c:v>0.68702290076335881</c:v>
                </c:pt>
                <c:pt idx="164">
                  <c:v>0.69230769230769229</c:v>
                </c:pt>
                <c:pt idx="165">
                  <c:v>0.69767441860465118</c:v>
                </c:pt>
                <c:pt idx="166">
                  <c:v>0.703125</c:v>
                </c:pt>
                <c:pt idx="167">
                  <c:v>0.70866141732283461</c:v>
                </c:pt>
                <c:pt idx="168">
                  <c:v>0.7142857142857143</c:v>
                </c:pt>
                <c:pt idx="169">
                  <c:v>0.72</c:v>
                </c:pt>
                <c:pt idx="170">
                  <c:v>0.72580645161290325</c:v>
                </c:pt>
                <c:pt idx="171">
                  <c:v>0.73170731707317072</c:v>
                </c:pt>
                <c:pt idx="172">
                  <c:v>0.73770491803278693</c:v>
                </c:pt>
                <c:pt idx="173">
                  <c:v>0.74380165289256195</c:v>
                </c:pt>
                <c:pt idx="174">
                  <c:v>0.75</c:v>
                </c:pt>
                <c:pt idx="175">
                  <c:v>0.75630252100840334</c:v>
                </c:pt>
                <c:pt idx="176">
                  <c:v>0.76271186440677963</c:v>
                </c:pt>
                <c:pt idx="177">
                  <c:v>0.76923076923076927</c:v>
                </c:pt>
                <c:pt idx="178">
                  <c:v>0.77586206896551724</c:v>
                </c:pt>
                <c:pt idx="179">
                  <c:v>0.78260869565217395</c:v>
                </c:pt>
                <c:pt idx="180">
                  <c:v>0.78947368421052633</c:v>
                </c:pt>
                <c:pt idx="181">
                  <c:v>0.79646017699115046</c:v>
                </c:pt>
                <c:pt idx="182">
                  <c:v>0.8035714285714286</c:v>
                </c:pt>
                <c:pt idx="183">
                  <c:v>0.81081081081081086</c:v>
                </c:pt>
                <c:pt idx="184">
                  <c:v>0.81818181818181823</c:v>
                </c:pt>
                <c:pt idx="185">
                  <c:v>0.82568807339449546</c:v>
                </c:pt>
                <c:pt idx="186">
                  <c:v>0.83333333333333337</c:v>
                </c:pt>
                <c:pt idx="187">
                  <c:v>0.84112149532710279</c:v>
                </c:pt>
                <c:pt idx="188">
                  <c:v>0.84905660377358494</c:v>
                </c:pt>
                <c:pt idx="189">
                  <c:v>0.8571428571428571</c:v>
                </c:pt>
                <c:pt idx="190">
                  <c:v>0.86538461538461542</c:v>
                </c:pt>
                <c:pt idx="191">
                  <c:v>0.87378640776699024</c:v>
                </c:pt>
                <c:pt idx="192">
                  <c:v>0.88235294117647056</c:v>
                </c:pt>
                <c:pt idx="193">
                  <c:v>0.8910891089108911</c:v>
                </c:pt>
                <c:pt idx="194">
                  <c:v>0.9</c:v>
                </c:pt>
                <c:pt idx="195">
                  <c:v>0.90909090909090917</c:v>
                </c:pt>
                <c:pt idx="196">
                  <c:v>0.91836734693877564</c:v>
                </c:pt>
                <c:pt idx="197">
                  <c:v>0.92783505154639179</c:v>
                </c:pt>
                <c:pt idx="198">
                  <c:v>0.9375</c:v>
                </c:pt>
                <c:pt idx="199">
                  <c:v>0.94736842105263164</c:v>
                </c:pt>
                <c:pt idx="200">
                  <c:v>0.95744680851063835</c:v>
                </c:pt>
                <c:pt idx="201">
                  <c:v>0.967741935483871</c:v>
                </c:pt>
                <c:pt idx="202">
                  <c:v>0.97826086956521741</c:v>
                </c:pt>
                <c:pt idx="203">
                  <c:v>0.98901098901098905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501-4414-8D0E-80EDC4351DAA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lstm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Data!$C$2:$C$295</c:f>
              <c:numCache>
                <c:formatCode>General</c:formatCode>
                <c:ptCount val="29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0.98888888888888882</c:v>
                </c:pt>
                <c:pt idx="203">
                  <c:v>0.98888888888888882</c:v>
                </c:pt>
                <c:pt idx="204">
                  <c:v>0.97777777777777763</c:v>
                </c:pt>
                <c:pt idx="205">
                  <c:v>0.97777777777777763</c:v>
                </c:pt>
                <c:pt idx="206">
                  <c:v>0.97777777777777763</c:v>
                </c:pt>
                <c:pt idx="207">
                  <c:v>0.96666666666666679</c:v>
                </c:pt>
                <c:pt idx="208">
                  <c:v>0.9555555555555556</c:v>
                </c:pt>
                <c:pt idx="209">
                  <c:v>0.94444444444444442</c:v>
                </c:pt>
                <c:pt idx="210">
                  <c:v>0.93333333333333324</c:v>
                </c:pt>
                <c:pt idx="211">
                  <c:v>0.92222222222222239</c:v>
                </c:pt>
                <c:pt idx="212">
                  <c:v>0.9111111111111112</c:v>
                </c:pt>
                <c:pt idx="213">
                  <c:v>0.9</c:v>
                </c:pt>
                <c:pt idx="214">
                  <c:v>0.88888888888888884</c:v>
                </c:pt>
                <c:pt idx="215">
                  <c:v>0.87777777777777777</c:v>
                </c:pt>
                <c:pt idx="216">
                  <c:v>0.8666666666666667</c:v>
                </c:pt>
                <c:pt idx="217">
                  <c:v>0.85555555555555551</c:v>
                </c:pt>
                <c:pt idx="218">
                  <c:v>0.84444444444444444</c:v>
                </c:pt>
                <c:pt idx="219">
                  <c:v>0.83333333333333337</c:v>
                </c:pt>
                <c:pt idx="220">
                  <c:v>0.82222222222222219</c:v>
                </c:pt>
                <c:pt idx="221">
                  <c:v>0.81111111111111112</c:v>
                </c:pt>
                <c:pt idx="222">
                  <c:v>0.8</c:v>
                </c:pt>
                <c:pt idx="223">
                  <c:v>0.78888888888888886</c:v>
                </c:pt>
                <c:pt idx="224">
                  <c:v>0.77777777777777779</c:v>
                </c:pt>
                <c:pt idx="225">
                  <c:v>0.76666666666666672</c:v>
                </c:pt>
                <c:pt idx="226">
                  <c:v>0.75555555555555554</c:v>
                </c:pt>
                <c:pt idx="227">
                  <c:v>0.74444444444444446</c:v>
                </c:pt>
                <c:pt idx="228">
                  <c:v>0.73333333333333328</c:v>
                </c:pt>
                <c:pt idx="229">
                  <c:v>0.72222222222222221</c:v>
                </c:pt>
                <c:pt idx="230">
                  <c:v>0.71111111111111114</c:v>
                </c:pt>
                <c:pt idx="231">
                  <c:v>0.7</c:v>
                </c:pt>
                <c:pt idx="232">
                  <c:v>0.68888888888888888</c:v>
                </c:pt>
                <c:pt idx="233">
                  <c:v>0.67777777777777781</c:v>
                </c:pt>
                <c:pt idx="234">
                  <c:v>0.66666666666666663</c:v>
                </c:pt>
                <c:pt idx="235">
                  <c:v>0.65555555555555556</c:v>
                </c:pt>
                <c:pt idx="236">
                  <c:v>0.64444444444444449</c:v>
                </c:pt>
                <c:pt idx="237">
                  <c:v>0.6333333333333333</c:v>
                </c:pt>
                <c:pt idx="238">
                  <c:v>0.61111111111111116</c:v>
                </c:pt>
                <c:pt idx="239">
                  <c:v>0.6</c:v>
                </c:pt>
                <c:pt idx="240">
                  <c:v>0.58888888888888891</c:v>
                </c:pt>
                <c:pt idx="241">
                  <c:v>0.57777777777777772</c:v>
                </c:pt>
                <c:pt idx="242">
                  <c:v>0.56666666666666665</c:v>
                </c:pt>
                <c:pt idx="243">
                  <c:v>0.55555555555555558</c:v>
                </c:pt>
                <c:pt idx="244">
                  <c:v>0.5444444444444444</c:v>
                </c:pt>
                <c:pt idx="245">
                  <c:v>0.53333333333333333</c:v>
                </c:pt>
                <c:pt idx="246">
                  <c:v>0.52222222222222225</c:v>
                </c:pt>
                <c:pt idx="247">
                  <c:v>0.51111111111111107</c:v>
                </c:pt>
                <c:pt idx="248">
                  <c:v>0.5</c:v>
                </c:pt>
                <c:pt idx="249">
                  <c:v>0.48888888888888887</c:v>
                </c:pt>
                <c:pt idx="250">
                  <c:v>0.4777777777777778</c:v>
                </c:pt>
                <c:pt idx="251">
                  <c:v>0.46666666666666667</c:v>
                </c:pt>
                <c:pt idx="252">
                  <c:v>0.45555555555555555</c:v>
                </c:pt>
                <c:pt idx="253">
                  <c:v>0.44444444444444442</c:v>
                </c:pt>
                <c:pt idx="254">
                  <c:v>0.43333333333333335</c:v>
                </c:pt>
                <c:pt idx="255">
                  <c:v>0.42222222222222222</c:v>
                </c:pt>
                <c:pt idx="256">
                  <c:v>0.41111111111111109</c:v>
                </c:pt>
                <c:pt idx="257">
                  <c:v>0.4</c:v>
                </c:pt>
                <c:pt idx="258">
                  <c:v>0.3888888888888889</c:v>
                </c:pt>
                <c:pt idx="259">
                  <c:v>0.37777777777777777</c:v>
                </c:pt>
                <c:pt idx="260">
                  <c:v>0.36666666666666664</c:v>
                </c:pt>
                <c:pt idx="261">
                  <c:v>0.35555555555555557</c:v>
                </c:pt>
                <c:pt idx="262">
                  <c:v>0.34444444444444444</c:v>
                </c:pt>
                <c:pt idx="263">
                  <c:v>0.33333333333333331</c:v>
                </c:pt>
                <c:pt idx="264">
                  <c:v>0.32222222222222224</c:v>
                </c:pt>
                <c:pt idx="265">
                  <c:v>0.31111111111111112</c:v>
                </c:pt>
                <c:pt idx="266">
                  <c:v>0.3</c:v>
                </c:pt>
                <c:pt idx="267">
                  <c:v>0.28888888888888886</c:v>
                </c:pt>
                <c:pt idx="268">
                  <c:v>0.27777777777777779</c:v>
                </c:pt>
                <c:pt idx="269">
                  <c:v>0.26666666666666666</c:v>
                </c:pt>
                <c:pt idx="270">
                  <c:v>0.25555555555555554</c:v>
                </c:pt>
                <c:pt idx="271">
                  <c:v>0.24444444444444444</c:v>
                </c:pt>
                <c:pt idx="272">
                  <c:v>0.23333333333333336</c:v>
                </c:pt>
                <c:pt idx="273">
                  <c:v>0.22222222222222221</c:v>
                </c:pt>
                <c:pt idx="274">
                  <c:v>0.21111111111111111</c:v>
                </c:pt>
                <c:pt idx="275">
                  <c:v>0.2</c:v>
                </c:pt>
                <c:pt idx="276">
                  <c:v>0.18888888888888888</c:v>
                </c:pt>
                <c:pt idx="277">
                  <c:v>0.17777777777777778</c:v>
                </c:pt>
                <c:pt idx="278">
                  <c:v>0.16666666666666666</c:v>
                </c:pt>
                <c:pt idx="279">
                  <c:v>0.15555555555555556</c:v>
                </c:pt>
                <c:pt idx="280">
                  <c:v>0.14444444444444443</c:v>
                </c:pt>
                <c:pt idx="281">
                  <c:v>0.13333333333333333</c:v>
                </c:pt>
                <c:pt idx="282">
                  <c:v>0.12222222222222222</c:v>
                </c:pt>
                <c:pt idx="283">
                  <c:v>0.1111111111111111</c:v>
                </c:pt>
                <c:pt idx="284">
                  <c:v>0.1</c:v>
                </c:pt>
                <c:pt idx="285">
                  <c:v>8.8888888888888892E-2</c:v>
                </c:pt>
                <c:pt idx="286">
                  <c:v>7.7777777777777779E-2</c:v>
                </c:pt>
                <c:pt idx="287">
                  <c:v>6.6666666666666666E-2</c:v>
                </c:pt>
                <c:pt idx="288">
                  <c:v>5.5555555555555552E-2</c:v>
                </c:pt>
                <c:pt idx="289">
                  <c:v>4.4444444444444446E-2</c:v>
                </c:pt>
                <c:pt idx="290">
                  <c:v>3.3333333333333333E-2</c:v>
                </c:pt>
                <c:pt idx="291">
                  <c:v>2.2222222222222223E-2</c:v>
                </c:pt>
                <c:pt idx="292">
                  <c:v>1.1111111111111112E-2</c:v>
                </c:pt>
                <c:pt idx="293">
                  <c:v>0</c:v>
                </c:pt>
              </c:numCache>
            </c:numRef>
          </c:xVal>
          <c:yVal>
            <c:numRef>
              <c:f>Data!$D$2:$D$295</c:f>
              <c:numCache>
                <c:formatCode>General</c:formatCode>
                <c:ptCount val="294"/>
                <c:pt idx="0">
                  <c:v>0.30612244897959184</c:v>
                </c:pt>
                <c:pt idx="1">
                  <c:v>0.30716723549488056</c:v>
                </c:pt>
                <c:pt idx="2">
                  <c:v>0.30821917808219179</c:v>
                </c:pt>
                <c:pt idx="3">
                  <c:v>0.30927835051546393</c:v>
                </c:pt>
                <c:pt idx="4">
                  <c:v>0.31034482758620691</c:v>
                </c:pt>
                <c:pt idx="5">
                  <c:v>0.31141868512110726</c:v>
                </c:pt>
                <c:pt idx="6">
                  <c:v>0.3125</c:v>
                </c:pt>
                <c:pt idx="7">
                  <c:v>0.31358885017421601</c:v>
                </c:pt>
                <c:pt idx="8">
                  <c:v>0.31468531468531469</c:v>
                </c:pt>
                <c:pt idx="9">
                  <c:v>0.31578947368421051</c:v>
                </c:pt>
                <c:pt idx="10">
                  <c:v>0.31690140845070425</c:v>
                </c:pt>
                <c:pt idx="11">
                  <c:v>0.31802120141342755</c:v>
                </c:pt>
                <c:pt idx="12">
                  <c:v>0.31914893617021278</c:v>
                </c:pt>
                <c:pt idx="13">
                  <c:v>0.32028469750889682</c:v>
                </c:pt>
                <c:pt idx="14">
                  <c:v>0.32142857142857145</c:v>
                </c:pt>
                <c:pt idx="15">
                  <c:v>0.32258064516129031</c:v>
                </c:pt>
                <c:pt idx="16">
                  <c:v>0.32374100719424459</c:v>
                </c:pt>
                <c:pt idx="17">
                  <c:v>0.32490974729241878</c:v>
                </c:pt>
                <c:pt idx="18">
                  <c:v>0.32608695652173914</c:v>
                </c:pt>
                <c:pt idx="19">
                  <c:v>0.32727272727272727</c:v>
                </c:pt>
                <c:pt idx="20">
                  <c:v>0.32846715328467152</c:v>
                </c:pt>
                <c:pt idx="21">
                  <c:v>0.32967032967032966</c:v>
                </c:pt>
                <c:pt idx="22">
                  <c:v>0.33088235294117646</c:v>
                </c:pt>
                <c:pt idx="23">
                  <c:v>0.33210332103321033</c:v>
                </c:pt>
                <c:pt idx="24">
                  <c:v>0.33333333333333331</c:v>
                </c:pt>
                <c:pt idx="25">
                  <c:v>0.33457249070631973</c:v>
                </c:pt>
                <c:pt idx="26">
                  <c:v>0.33582089552238809</c:v>
                </c:pt>
                <c:pt idx="27">
                  <c:v>0.33707865168539325</c:v>
                </c:pt>
                <c:pt idx="28">
                  <c:v>0.33834586466165412</c:v>
                </c:pt>
                <c:pt idx="29">
                  <c:v>0.33962264150943394</c:v>
                </c:pt>
                <c:pt idx="30">
                  <c:v>0.34090909090909088</c:v>
                </c:pt>
                <c:pt idx="31">
                  <c:v>0.34220532319391633</c:v>
                </c:pt>
                <c:pt idx="32">
                  <c:v>0.34351145038167941</c:v>
                </c:pt>
                <c:pt idx="33">
                  <c:v>0.34482758620689657</c:v>
                </c:pt>
                <c:pt idx="34">
                  <c:v>0.34615384615384615</c:v>
                </c:pt>
                <c:pt idx="35">
                  <c:v>0.34749034749034752</c:v>
                </c:pt>
                <c:pt idx="36">
                  <c:v>0.34883720930232559</c:v>
                </c:pt>
                <c:pt idx="37">
                  <c:v>0.35019455252918286</c:v>
                </c:pt>
                <c:pt idx="38">
                  <c:v>0.3515625</c:v>
                </c:pt>
                <c:pt idx="39">
                  <c:v>0.35294117647058826</c:v>
                </c:pt>
                <c:pt idx="40">
                  <c:v>0.3543307086614173</c:v>
                </c:pt>
                <c:pt idx="41">
                  <c:v>0.35573122529644269</c:v>
                </c:pt>
                <c:pt idx="42">
                  <c:v>0.35714285714285715</c:v>
                </c:pt>
                <c:pt idx="43">
                  <c:v>0.35856573705179284</c:v>
                </c:pt>
                <c:pt idx="44">
                  <c:v>0.36</c:v>
                </c:pt>
                <c:pt idx="45">
                  <c:v>0.36144578313253012</c:v>
                </c:pt>
                <c:pt idx="46">
                  <c:v>0.36290322580645162</c:v>
                </c:pt>
                <c:pt idx="47">
                  <c:v>0.36437246963562753</c:v>
                </c:pt>
                <c:pt idx="48">
                  <c:v>0.36585365853658536</c:v>
                </c:pt>
                <c:pt idx="49">
                  <c:v>0.36734693877551022</c:v>
                </c:pt>
                <c:pt idx="50">
                  <c:v>0.36885245901639346</c:v>
                </c:pt>
                <c:pt idx="51">
                  <c:v>0.37037037037037029</c:v>
                </c:pt>
                <c:pt idx="52">
                  <c:v>0.37190082644628097</c:v>
                </c:pt>
                <c:pt idx="53">
                  <c:v>0.37344398340248958</c:v>
                </c:pt>
                <c:pt idx="54">
                  <c:v>0.375</c:v>
                </c:pt>
                <c:pt idx="55">
                  <c:v>0.37656903765690375</c:v>
                </c:pt>
                <c:pt idx="56">
                  <c:v>0.37815126050420167</c:v>
                </c:pt>
                <c:pt idx="57">
                  <c:v>0.379746835443038</c:v>
                </c:pt>
                <c:pt idx="58">
                  <c:v>0.38135593220338981</c:v>
                </c:pt>
                <c:pt idx="59">
                  <c:v>0.38297872340425532</c:v>
                </c:pt>
                <c:pt idx="60">
                  <c:v>0.38461538461538464</c:v>
                </c:pt>
                <c:pt idx="61">
                  <c:v>0.38626609442060078</c:v>
                </c:pt>
                <c:pt idx="62">
                  <c:v>0.38793103448275862</c:v>
                </c:pt>
                <c:pt idx="63">
                  <c:v>0.38961038961038957</c:v>
                </c:pt>
                <c:pt idx="64">
                  <c:v>0.39130434782608697</c:v>
                </c:pt>
                <c:pt idx="65">
                  <c:v>0.3930131004366812</c:v>
                </c:pt>
                <c:pt idx="66">
                  <c:v>0.39473684210526322</c:v>
                </c:pt>
                <c:pt idx="67">
                  <c:v>0.3964757709251101</c:v>
                </c:pt>
                <c:pt idx="68">
                  <c:v>0.39823008849557517</c:v>
                </c:pt>
                <c:pt idx="69">
                  <c:v>0.4</c:v>
                </c:pt>
                <c:pt idx="70">
                  <c:v>0.4017857142857143</c:v>
                </c:pt>
                <c:pt idx="71">
                  <c:v>0.40358744394618834</c:v>
                </c:pt>
                <c:pt idx="72">
                  <c:v>0.40540540540540543</c:v>
                </c:pt>
                <c:pt idx="73">
                  <c:v>0.40723981900452488</c:v>
                </c:pt>
                <c:pt idx="74">
                  <c:v>0.40909090909090912</c:v>
                </c:pt>
                <c:pt idx="75">
                  <c:v>0.41095890410958902</c:v>
                </c:pt>
                <c:pt idx="76">
                  <c:v>0.41284403669724778</c:v>
                </c:pt>
                <c:pt idx="77">
                  <c:v>0.41474654377880182</c:v>
                </c:pt>
                <c:pt idx="78">
                  <c:v>0.41666666666666669</c:v>
                </c:pt>
                <c:pt idx="79">
                  <c:v>0.41860465116279072</c:v>
                </c:pt>
                <c:pt idx="80">
                  <c:v>0.42056074766355139</c:v>
                </c:pt>
                <c:pt idx="81">
                  <c:v>0.42253521126760563</c:v>
                </c:pt>
                <c:pt idx="82">
                  <c:v>0.42452830188679247</c:v>
                </c:pt>
                <c:pt idx="83">
                  <c:v>0.42654028436018959</c:v>
                </c:pt>
                <c:pt idx="84">
                  <c:v>0.42857142857142855</c:v>
                </c:pt>
                <c:pt idx="85">
                  <c:v>0.43062200956937802</c:v>
                </c:pt>
                <c:pt idx="86">
                  <c:v>0.43269230769230771</c:v>
                </c:pt>
                <c:pt idx="87">
                  <c:v>0.43478260869565216</c:v>
                </c:pt>
                <c:pt idx="88">
                  <c:v>0.43689320388349512</c:v>
                </c:pt>
                <c:pt idx="89">
                  <c:v>0.43902439024390238</c:v>
                </c:pt>
                <c:pt idx="90">
                  <c:v>0.44117647058823528</c:v>
                </c:pt>
                <c:pt idx="91">
                  <c:v>0.44334975369458129</c:v>
                </c:pt>
                <c:pt idx="92">
                  <c:v>0.4455445544554455</c:v>
                </c:pt>
                <c:pt idx="93">
                  <c:v>0.44776119402985071</c:v>
                </c:pt>
                <c:pt idx="94">
                  <c:v>0.45</c:v>
                </c:pt>
                <c:pt idx="95">
                  <c:v>0.45226130653266339</c:v>
                </c:pt>
                <c:pt idx="96">
                  <c:v>0.45454545454545459</c:v>
                </c:pt>
                <c:pt idx="97">
                  <c:v>0.45685279187817257</c:v>
                </c:pt>
                <c:pt idx="98">
                  <c:v>0.45918367346938777</c:v>
                </c:pt>
                <c:pt idx="99">
                  <c:v>0.46153846153846162</c:v>
                </c:pt>
                <c:pt idx="100">
                  <c:v>0.46391752577319589</c:v>
                </c:pt>
                <c:pt idx="101">
                  <c:v>0.46632124352331605</c:v>
                </c:pt>
                <c:pt idx="102">
                  <c:v>0.46875</c:v>
                </c:pt>
                <c:pt idx="103">
                  <c:v>0.47120418848167539</c:v>
                </c:pt>
                <c:pt idx="104">
                  <c:v>0.47368421052631576</c:v>
                </c:pt>
                <c:pt idx="105">
                  <c:v>0.47619047619047616</c:v>
                </c:pt>
                <c:pt idx="106">
                  <c:v>0.47872340425531917</c:v>
                </c:pt>
                <c:pt idx="107">
                  <c:v>0.48128342245989303</c:v>
                </c:pt>
                <c:pt idx="108">
                  <c:v>0.4838709677419355</c:v>
                </c:pt>
                <c:pt idx="109">
                  <c:v>0.48648648648648651</c:v>
                </c:pt>
                <c:pt idx="110">
                  <c:v>0.4891304347826087</c:v>
                </c:pt>
                <c:pt idx="111">
                  <c:v>0.49180327868852458</c:v>
                </c:pt>
                <c:pt idx="112">
                  <c:v>0.49450549450549453</c:v>
                </c:pt>
                <c:pt idx="113">
                  <c:v>0.49723756906077349</c:v>
                </c:pt>
                <c:pt idx="114">
                  <c:v>0.5</c:v>
                </c:pt>
                <c:pt idx="115">
                  <c:v>0.5027932960893855</c:v>
                </c:pt>
                <c:pt idx="116">
                  <c:v>0.5056179775280899</c:v>
                </c:pt>
                <c:pt idx="117">
                  <c:v>0.50847457627118642</c:v>
                </c:pt>
                <c:pt idx="118">
                  <c:v>0.51136363636363635</c:v>
                </c:pt>
                <c:pt idx="119">
                  <c:v>0.51428571428571423</c:v>
                </c:pt>
                <c:pt idx="120">
                  <c:v>0.51724137931034486</c:v>
                </c:pt>
                <c:pt idx="121">
                  <c:v>0.52023121387283233</c:v>
                </c:pt>
                <c:pt idx="122">
                  <c:v>0.52325581395348841</c:v>
                </c:pt>
                <c:pt idx="123">
                  <c:v>0.52631578947368418</c:v>
                </c:pt>
                <c:pt idx="124">
                  <c:v>0.52941176470588236</c:v>
                </c:pt>
                <c:pt idx="125">
                  <c:v>0.53254437869822491</c:v>
                </c:pt>
                <c:pt idx="126">
                  <c:v>0.5357142857142857</c:v>
                </c:pt>
                <c:pt idx="127">
                  <c:v>0.53892215568862278</c:v>
                </c:pt>
                <c:pt idx="128">
                  <c:v>0.54216867469879515</c:v>
                </c:pt>
                <c:pt idx="129">
                  <c:v>0.54545454545454541</c:v>
                </c:pt>
                <c:pt idx="130">
                  <c:v>0.54878048780487809</c:v>
                </c:pt>
                <c:pt idx="131">
                  <c:v>0.55214723926380371</c:v>
                </c:pt>
                <c:pt idx="132">
                  <c:v>0.55555555555555558</c:v>
                </c:pt>
                <c:pt idx="133">
                  <c:v>0.55900621118012417</c:v>
                </c:pt>
                <c:pt idx="134">
                  <c:v>0.5625</c:v>
                </c:pt>
                <c:pt idx="135">
                  <c:v>0.56603773584905659</c:v>
                </c:pt>
                <c:pt idx="136">
                  <c:v>0.569620253164557</c:v>
                </c:pt>
                <c:pt idx="137">
                  <c:v>0.57324840764331209</c:v>
                </c:pt>
                <c:pt idx="138">
                  <c:v>0.57692307692307687</c:v>
                </c:pt>
                <c:pt idx="139">
                  <c:v>0.58064516129032262</c:v>
                </c:pt>
                <c:pt idx="140">
                  <c:v>0.58441558441558439</c:v>
                </c:pt>
                <c:pt idx="141">
                  <c:v>0.58823529411764708</c:v>
                </c:pt>
                <c:pt idx="142">
                  <c:v>0.59210526315789469</c:v>
                </c:pt>
                <c:pt idx="143">
                  <c:v>0.59602649006622521</c:v>
                </c:pt>
                <c:pt idx="144">
                  <c:v>0.6</c:v>
                </c:pt>
                <c:pt idx="145">
                  <c:v>0.60402684563758391</c:v>
                </c:pt>
                <c:pt idx="146">
                  <c:v>0.60810810810810811</c:v>
                </c:pt>
                <c:pt idx="147">
                  <c:v>0.61224489795918369</c:v>
                </c:pt>
                <c:pt idx="148">
                  <c:v>0.61643835616438358</c:v>
                </c:pt>
                <c:pt idx="149">
                  <c:v>0.62068965517241381</c:v>
                </c:pt>
                <c:pt idx="150">
                  <c:v>0.625</c:v>
                </c:pt>
                <c:pt idx="151">
                  <c:v>0.62937062937062938</c:v>
                </c:pt>
                <c:pt idx="152">
                  <c:v>0.63380281690140849</c:v>
                </c:pt>
                <c:pt idx="153">
                  <c:v>0.63829787234042556</c:v>
                </c:pt>
                <c:pt idx="154">
                  <c:v>0.6428571428571429</c:v>
                </c:pt>
                <c:pt idx="155">
                  <c:v>0.64748201438848918</c:v>
                </c:pt>
                <c:pt idx="156">
                  <c:v>0.65217391304347827</c:v>
                </c:pt>
                <c:pt idx="157">
                  <c:v>0.65693430656934304</c:v>
                </c:pt>
                <c:pt idx="158">
                  <c:v>0.66176470588235292</c:v>
                </c:pt>
                <c:pt idx="159">
                  <c:v>0.66666666666666663</c:v>
                </c:pt>
                <c:pt idx="160">
                  <c:v>0.67164179104477617</c:v>
                </c:pt>
                <c:pt idx="161">
                  <c:v>0.67669172932330823</c:v>
                </c:pt>
                <c:pt idx="162">
                  <c:v>0.68181818181818177</c:v>
                </c:pt>
                <c:pt idx="163">
                  <c:v>0.68702290076335881</c:v>
                </c:pt>
                <c:pt idx="164">
                  <c:v>0.69230769230769229</c:v>
                </c:pt>
                <c:pt idx="165">
                  <c:v>0.69767441860465118</c:v>
                </c:pt>
                <c:pt idx="166">
                  <c:v>0.703125</c:v>
                </c:pt>
                <c:pt idx="167">
                  <c:v>0.70866141732283461</c:v>
                </c:pt>
                <c:pt idx="168">
                  <c:v>0.7142857142857143</c:v>
                </c:pt>
                <c:pt idx="169">
                  <c:v>0.72</c:v>
                </c:pt>
                <c:pt idx="170">
                  <c:v>0.72580645161290325</c:v>
                </c:pt>
                <c:pt idx="171">
                  <c:v>0.73170731707317072</c:v>
                </c:pt>
                <c:pt idx="172">
                  <c:v>0.73770491803278693</c:v>
                </c:pt>
                <c:pt idx="173">
                  <c:v>0.74380165289256195</c:v>
                </c:pt>
                <c:pt idx="174">
                  <c:v>0.75</c:v>
                </c:pt>
                <c:pt idx="175">
                  <c:v>0.75630252100840334</c:v>
                </c:pt>
                <c:pt idx="176">
                  <c:v>0.76271186440677963</c:v>
                </c:pt>
                <c:pt idx="177">
                  <c:v>0.76923076923076927</c:v>
                </c:pt>
                <c:pt idx="178">
                  <c:v>0.77586206896551724</c:v>
                </c:pt>
                <c:pt idx="179">
                  <c:v>0.78260869565217395</c:v>
                </c:pt>
                <c:pt idx="180">
                  <c:v>0.78947368421052633</c:v>
                </c:pt>
                <c:pt idx="181">
                  <c:v>0.79646017699115046</c:v>
                </c:pt>
                <c:pt idx="182">
                  <c:v>0.8035714285714286</c:v>
                </c:pt>
                <c:pt idx="183">
                  <c:v>0.81081081081081086</c:v>
                </c:pt>
                <c:pt idx="184">
                  <c:v>0.81818181818181823</c:v>
                </c:pt>
                <c:pt idx="185">
                  <c:v>0.82568807339449546</c:v>
                </c:pt>
                <c:pt idx="186">
                  <c:v>0.83333333333333337</c:v>
                </c:pt>
                <c:pt idx="187">
                  <c:v>0.84112149532710279</c:v>
                </c:pt>
                <c:pt idx="188">
                  <c:v>0.84905660377358494</c:v>
                </c:pt>
                <c:pt idx="189">
                  <c:v>0.8571428571428571</c:v>
                </c:pt>
                <c:pt idx="190">
                  <c:v>0.86538461538461542</c:v>
                </c:pt>
                <c:pt idx="191">
                  <c:v>0.87378640776699024</c:v>
                </c:pt>
                <c:pt idx="192">
                  <c:v>0.88235294117647056</c:v>
                </c:pt>
                <c:pt idx="193">
                  <c:v>0.8910891089108911</c:v>
                </c:pt>
                <c:pt idx="194">
                  <c:v>0.9</c:v>
                </c:pt>
                <c:pt idx="195">
                  <c:v>0.90909090909090917</c:v>
                </c:pt>
                <c:pt idx="196">
                  <c:v>0.91836734693877564</c:v>
                </c:pt>
                <c:pt idx="197">
                  <c:v>0.92783505154639179</c:v>
                </c:pt>
                <c:pt idx="198">
                  <c:v>0.9375</c:v>
                </c:pt>
                <c:pt idx="199">
                  <c:v>0.94736842105263164</c:v>
                </c:pt>
                <c:pt idx="200">
                  <c:v>0.95744680851063835</c:v>
                </c:pt>
                <c:pt idx="201">
                  <c:v>0.967741935483871</c:v>
                </c:pt>
                <c:pt idx="202">
                  <c:v>0.96739130434782605</c:v>
                </c:pt>
                <c:pt idx="203">
                  <c:v>0.97802197802197799</c:v>
                </c:pt>
                <c:pt idx="204">
                  <c:v>0.97777777777777763</c:v>
                </c:pt>
                <c:pt idx="205">
                  <c:v>0.9887640449438202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501-4414-8D0E-80EDC4351D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8368063"/>
        <c:axId val="1149114832"/>
      </c:scatterChart>
      <c:valAx>
        <c:axId val="1088368063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Recall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49114832"/>
        <c:crosses val="autoZero"/>
        <c:crossBetween val="midCat"/>
      </c:valAx>
      <c:valAx>
        <c:axId val="1149114832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Precision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83680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55B0F-75B0-4BE3-834F-6C1140ED32F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28AD0-C493-433B-85AC-DE302D2AD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74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 </a:t>
            </a:r>
            <a:r>
              <a:rPr lang="ko-KR" altLang="en-US"/>
              <a:t>방경식입니다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낙뢰방호장치 센서 데이터를 분석하기 위한 </a:t>
            </a:r>
            <a:r>
              <a:rPr lang="en-US" altLang="ko-KR"/>
              <a:t>LSTM </a:t>
            </a:r>
            <a:r>
              <a:rPr lang="ko-KR" altLang="en-US"/>
              <a:t>모델을 구현하고 실제 학습과 성능 평가를 진행했습니다</a:t>
            </a:r>
            <a:r>
              <a:rPr lang="en-US" altLang="ko-KR"/>
              <a:t>. 3</a:t>
            </a:r>
            <a:r>
              <a:rPr lang="ko-KR" altLang="en-US"/>
              <a:t>회차에서는 전처리 방법과 시계열 입력 구성을 검토했습니다</a:t>
            </a:r>
            <a:r>
              <a:rPr lang="en-US" altLang="ko-KR"/>
              <a:t>. </a:t>
            </a:r>
            <a:r>
              <a:rPr lang="ko-KR" altLang="en-US"/>
              <a:t>이번에는 이를 프로그램으로 구현해 데이터를 입력하고 모델을 학습한 뒤 결과를 확인하는 단계까지 진행했습니다</a:t>
            </a:r>
            <a:r>
              <a:rPr lang="en-US" altLang="ko-KR"/>
              <a:t>. </a:t>
            </a:r>
            <a:r>
              <a:rPr lang="ko-KR" altLang="en-US"/>
              <a:t>센서 기준</a:t>
            </a:r>
            <a:r>
              <a:rPr lang="en-US" altLang="ko-KR"/>
              <a:t>, </a:t>
            </a:r>
            <a:r>
              <a:rPr lang="ko-KR" altLang="en-US"/>
              <a:t>학습 과정</a:t>
            </a:r>
            <a:r>
              <a:rPr lang="en-US" altLang="ko-KR"/>
              <a:t>, </a:t>
            </a:r>
            <a:r>
              <a:rPr lang="ko-KR" altLang="en-US"/>
              <a:t>평가 결과와 현재 한계 순서로 말씀드리겠습니다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 보고서 방경식 </a:t>
            </a:r>
            <a:r>
              <a:rPr lang="en-US" altLang="ko-KR"/>
              <a:t>3</a:t>
            </a:r>
            <a:r>
              <a:rPr lang="ko-KR" altLang="en-US"/>
              <a:t>회차</a:t>
            </a:r>
            <a:r>
              <a:rPr lang="en-US" altLang="ko-KR"/>
              <a:t>.hwp </a:t>
            </a:r>
            <a:r>
              <a:rPr lang="ko-KR" altLang="en-US"/>
              <a:t>및 이번 </a:t>
            </a:r>
            <a:r>
              <a:rPr lang="en-US" altLang="ko-KR"/>
              <a:t>4</a:t>
            </a:r>
            <a:r>
              <a:rPr lang="ko-KR" altLang="en-US"/>
              <a:t>회차 대본</a:t>
            </a:r>
            <a:r>
              <a:rPr lang="en-US" altLang="ko-KR"/>
              <a:t>. </a:t>
            </a:r>
            <a:r>
              <a:rPr lang="ko-KR" altLang="en-US"/>
              <a:t>실험</a:t>
            </a:r>
            <a:r>
              <a:rPr lang="en-US" altLang="ko-KR"/>
              <a:t>: 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85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교육계획서 마지막 표에서 센서 범위</a:t>
            </a:r>
            <a:r>
              <a:rPr lang="en-US" altLang="ko-KR"/>
              <a:t>, Threshold </a:t>
            </a:r>
            <a:r>
              <a:rPr lang="ko-KR" altLang="en-US"/>
              <a:t>기준값과 주기를 확인했습니다</a:t>
            </a:r>
            <a:r>
              <a:rPr lang="en-US" altLang="ko-KR"/>
              <a:t>. </a:t>
            </a:r>
            <a:r>
              <a:rPr lang="ko-KR" altLang="en-US"/>
              <a:t>대지전위는 </a:t>
            </a:r>
            <a:r>
              <a:rPr lang="en-US" altLang="ko-KR"/>
              <a:t>100</a:t>
            </a:r>
            <a:r>
              <a:rPr lang="ko-KR" altLang="en-US"/>
              <a:t>밀리초</a:t>
            </a:r>
            <a:r>
              <a:rPr lang="en-US" altLang="ko-KR"/>
              <a:t>, </a:t>
            </a:r>
            <a:r>
              <a:rPr lang="ko-KR" altLang="en-US"/>
              <a:t>제한소자 온도는 </a:t>
            </a:r>
            <a:r>
              <a:rPr lang="en-US" altLang="ko-KR"/>
              <a:t>60</a:t>
            </a:r>
            <a:r>
              <a:rPr lang="ko-KR" altLang="en-US"/>
              <a:t>초</a:t>
            </a:r>
            <a:r>
              <a:rPr lang="en-US" altLang="ko-KR"/>
              <a:t>, </a:t>
            </a:r>
            <a:r>
              <a:rPr lang="ko-KR" altLang="en-US"/>
              <a:t>습도와 외기온도는 </a:t>
            </a:r>
            <a:r>
              <a:rPr lang="en-US" altLang="ko-KR"/>
              <a:t>60</a:t>
            </a:r>
            <a:r>
              <a:rPr lang="ko-KR" altLang="en-US"/>
              <a:t>분 주기입니다</a:t>
            </a:r>
            <a:r>
              <a:rPr lang="en-US" altLang="ko-KR"/>
              <a:t>. </a:t>
            </a:r>
            <a:r>
              <a:rPr lang="ko-KR" altLang="en-US"/>
              <a:t>누설전류 기준 </a:t>
            </a:r>
            <a:r>
              <a:rPr lang="en-US" altLang="ko-KR"/>
              <a:t>1</a:t>
            </a:r>
            <a:r>
              <a:rPr lang="ko-KR" altLang="en-US"/>
              <a:t>밀리암페어는 입력 단위 </a:t>
            </a:r>
            <a:r>
              <a:rPr lang="en-US" altLang="ko-KR"/>
              <a:t>A</a:t>
            </a:r>
            <a:r>
              <a:rPr lang="ko-KR" altLang="en-US"/>
              <a:t>에 맞춰 </a:t>
            </a:r>
            <a:r>
              <a:rPr lang="en-US" altLang="ko-KR"/>
              <a:t>0.001A</a:t>
            </a:r>
            <a:r>
              <a:rPr lang="ko-KR" altLang="en-US"/>
              <a:t>로 기록했습니다</a:t>
            </a:r>
            <a:r>
              <a:rPr lang="en-US" altLang="ko-KR"/>
              <a:t>. </a:t>
            </a:r>
            <a:r>
              <a:rPr lang="ko-KR" altLang="en-US"/>
              <a:t>온도 기준 </a:t>
            </a:r>
            <a:r>
              <a:rPr lang="en-US" altLang="ko-KR"/>
              <a:t>25</a:t>
            </a:r>
            <a:r>
              <a:rPr lang="ko-KR" altLang="en-US"/>
              <a:t>도가 절대온도인지 상승량인지는 확인이 필요해 자동 위험 판정에 적용하지 않았습니다</a:t>
            </a:r>
            <a:r>
              <a:rPr lang="en-US" altLang="ko-KR"/>
              <a:t>. </a:t>
            </a:r>
            <a:r>
              <a:rPr lang="ko-KR" altLang="en-US"/>
              <a:t>이 표는 센서 사양이며 시간별 측정값과 정답 </a:t>
            </a:r>
            <a:r>
              <a:rPr lang="en-US" altLang="ko-KR"/>
              <a:t>label</a:t>
            </a:r>
            <a:r>
              <a:rPr lang="ko-KR" altLang="en-US"/>
              <a:t>은 포함하지 않습니다</a:t>
            </a:r>
            <a:r>
              <a:rPr lang="en-US" altLang="ko-KR"/>
              <a:t>. </a:t>
            </a:r>
            <a:r>
              <a:rPr lang="ko-KR" altLang="en-US"/>
              <a:t>이번 실행은 별도 합성 데이터로 진행했습니다</a:t>
            </a:r>
            <a:r>
              <a:rPr lang="en-US" altLang="ko-KR"/>
              <a:t>. </a:t>
            </a:r>
            <a:r>
              <a:rPr lang="ko-KR" altLang="en-US"/>
              <a:t>모든 행의 바이트 표기는 원문에서 </a:t>
            </a:r>
            <a:r>
              <a:rPr lang="en-US" altLang="ko-KR"/>
              <a:t>5 bytes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입력전압 범위 셀에는 단위가 직접 적혀 있지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</a:t>
            </a:r>
            <a:r>
              <a:rPr lang="en-US" altLang="ko-KR"/>
              <a:t>_</a:t>
            </a:r>
            <a:r>
              <a:rPr lang="ko-KR" altLang="en-US"/>
              <a:t>회차별 오픈랩 진행 계획</a:t>
            </a:r>
            <a:r>
              <a:rPr lang="en-US" altLang="ko-KR"/>
              <a:t>_ver a_260909.pdf, 6</a:t>
            </a:r>
            <a:r>
              <a:rPr lang="ko-KR" altLang="en-US"/>
              <a:t>페이지</a:t>
            </a:r>
            <a:r>
              <a:rPr lang="en-US" altLang="ko-KR"/>
              <a:t>. configs/sensor_standard_reference.yaml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678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데이터를 </a:t>
            </a:r>
            <a:r>
              <a:rPr lang="en-US" altLang="ko-KR"/>
              <a:t>train 441</a:t>
            </a:r>
            <a:r>
              <a:rPr lang="ko-KR" altLang="en-US"/>
              <a:t>개</a:t>
            </a:r>
            <a:r>
              <a:rPr lang="en-US" altLang="ko-KR"/>
              <a:t>, validation 147</a:t>
            </a:r>
            <a:r>
              <a:rPr lang="ko-KR" altLang="en-US"/>
              <a:t>개</a:t>
            </a:r>
            <a:r>
              <a:rPr lang="en-US" altLang="ko-KR"/>
              <a:t>, test 294</a:t>
            </a:r>
            <a:r>
              <a:rPr lang="ko-KR" altLang="en-US"/>
              <a:t>개로 나눴습니다</a:t>
            </a:r>
            <a:r>
              <a:rPr lang="en-US" altLang="ko-KR"/>
              <a:t>. </a:t>
            </a:r>
            <a:r>
              <a:rPr lang="ko-KR" altLang="en-US"/>
              <a:t>합계 </a:t>
            </a:r>
            <a:r>
              <a:rPr lang="en-US" altLang="ko-KR"/>
              <a:t>882</a:t>
            </a:r>
            <a:r>
              <a:rPr lang="ko-KR" altLang="en-US"/>
              <a:t>개는 원본 행 수나 낙뢰 횟수가 아니라 전처리 후 입력 시퀀스 개수입니다</a:t>
            </a:r>
            <a:r>
              <a:rPr lang="en-US" altLang="ko-KR"/>
              <a:t>. </a:t>
            </a:r>
            <a:r>
              <a:rPr lang="ko-KR" altLang="en-US"/>
              <a:t>각 입력은 </a:t>
            </a:r>
            <a:r>
              <a:rPr lang="en-US" altLang="ko-KR"/>
              <a:t>100</a:t>
            </a:r>
            <a:r>
              <a:rPr lang="ko-KR" altLang="en-US"/>
              <a:t>밀리초 간격의 </a:t>
            </a:r>
            <a:r>
              <a:rPr lang="en-US" altLang="ko-KR"/>
              <a:t>16</a:t>
            </a:r>
            <a:r>
              <a:rPr lang="ko-KR" altLang="en-US"/>
              <a:t>개 시점과 센서값</a:t>
            </a:r>
            <a:r>
              <a:rPr lang="en-US" altLang="ko-KR"/>
              <a:t>, </a:t>
            </a:r>
            <a:r>
              <a:rPr lang="ko-KR" altLang="en-US"/>
              <a:t>결측 표시를 포함한 </a:t>
            </a:r>
            <a:r>
              <a:rPr lang="en-US" altLang="ko-KR"/>
              <a:t>20</a:t>
            </a:r>
            <a:r>
              <a:rPr lang="ko-KR" altLang="en-US"/>
              <a:t>개 특징으로 구성했습니다</a:t>
            </a:r>
            <a:r>
              <a:rPr lang="en-US" altLang="ko-KR"/>
              <a:t>. </a:t>
            </a:r>
            <a:r>
              <a:rPr lang="ko-KR" altLang="en-US"/>
              <a:t>같은 이벤트가 서로 다른 분할에 섞이지 않도록 했고 정규화 기준은 </a:t>
            </a:r>
            <a:r>
              <a:rPr lang="en-US" altLang="ko-KR"/>
              <a:t>train</a:t>
            </a:r>
            <a:r>
              <a:rPr lang="ko-KR" altLang="en-US"/>
              <a:t>에서만 계산했습니다</a:t>
            </a:r>
            <a:r>
              <a:rPr lang="en-US" altLang="ko-KR"/>
              <a:t>. </a:t>
            </a:r>
            <a:r>
              <a:rPr lang="ko-KR" altLang="en-US"/>
              <a:t>일부 시퀀스가 겹쳐 서로 독립적인 </a:t>
            </a:r>
            <a:r>
              <a:rPr lang="en-US" altLang="ko-KR"/>
              <a:t>882</a:t>
            </a:r>
            <a:r>
              <a:rPr lang="ko-KR" altLang="en-US"/>
              <a:t>개 사례는 아닙니다</a:t>
            </a:r>
            <a:r>
              <a:rPr lang="en-US" altLang="ko-KR"/>
              <a:t>. </a:t>
            </a:r>
            <a:r>
              <a:rPr lang="ko-KR" altLang="en-US"/>
              <a:t>이번 실행은 기존 </a:t>
            </a:r>
            <a:r>
              <a:rPr lang="en-US" altLang="ko-KR"/>
              <a:t>1.6</a:t>
            </a:r>
            <a:r>
              <a:rPr lang="ko-KR" altLang="en-US"/>
              <a:t>초 데모입니다</a:t>
            </a:r>
            <a:r>
              <a:rPr lang="en-US" altLang="ko-KR"/>
              <a:t>. </a:t>
            </a:r>
            <a:r>
              <a:rPr lang="ko-KR" altLang="en-US"/>
              <a:t>표준 프로파일에는 </a:t>
            </a:r>
            <a:r>
              <a:rPr lang="en-US" altLang="ko-KR"/>
              <a:t>64</a:t>
            </a:r>
            <a:r>
              <a:rPr lang="ko-KR" altLang="en-US"/>
              <a:t>개 시점과 측정값 나이를 사용하는 초기 설계를 추가했지만 그 프로파일로 실측 재학습을 완료하지는 않았습니다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data/processed/phase3-training-demo/manifest.json, feature_order.json </a:t>
            </a:r>
            <a:r>
              <a:rPr lang="ko-KR" altLang="en-US"/>
              <a:t>및 </a:t>
            </a:r>
            <a:r>
              <a:rPr lang="en-US" altLang="ko-KR"/>
              <a:t>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56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화면은 실제 </a:t>
            </a:r>
            <a:r>
              <a:rPr lang="en-US" altLang="ko-KR"/>
              <a:t>LSTM </a:t>
            </a:r>
            <a:r>
              <a:rPr lang="ko-KR" altLang="en-US"/>
              <a:t>학습 로그입니다</a:t>
            </a:r>
            <a:r>
              <a:rPr lang="en-US" altLang="ko-KR"/>
              <a:t>. Hidden unit 16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단방향 </a:t>
            </a:r>
            <a:r>
              <a:rPr lang="en-US" altLang="ko-KR"/>
              <a:t>LSTM </a:t>
            </a:r>
            <a:r>
              <a:rPr lang="ko-KR" altLang="en-US"/>
              <a:t>한 계층과 정상</a:t>
            </a:r>
            <a:r>
              <a:rPr lang="en-US" altLang="ko-KR"/>
              <a:t>·</a:t>
            </a:r>
            <a:r>
              <a:rPr lang="ko-KR" altLang="en-US"/>
              <a:t>위험을 구분하는 이진 출력을 구성했습니다</a:t>
            </a:r>
            <a:r>
              <a:rPr lang="en-US" altLang="ko-KR"/>
              <a:t>. Adam </a:t>
            </a:r>
            <a:r>
              <a:rPr lang="ko-KR" altLang="en-US"/>
              <a:t>초기 학습률 </a:t>
            </a:r>
            <a:r>
              <a:rPr lang="en-US" altLang="ko-KR"/>
              <a:t>0.001, batch size 32</a:t>
            </a:r>
            <a:r>
              <a:rPr lang="ko-KR" altLang="en-US"/>
              <a:t>를 사용했습니다</a:t>
            </a:r>
            <a:r>
              <a:rPr lang="en-US" altLang="ko-KR"/>
              <a:t>. </a:t>
            </a:r>
            <a:r>
              <a:rPr lang="ko-KR" altLang="en-US"/>
              <a:t>최대 </a:t>
            </a:r>
            <a:r>
              <a:rPr lang="en-US" altLang="ko-KR"/>
              <a:t>50</a:t>
            </a:r>
            <a:r>
              <a:rPr lang="ko-KR" altLang="en-US"/>
              <a:t>회 학습하며 </a:t>
            </a:r>
            <a:r>
              <a:rPr lang="en-US" altLang="ko-KR"/>
              <a:t>validation loss</a:t>
            </a:r>
            <a:r>
              <a:rPr lang="ko-KR" altLang="en-US"/>
              <a:t>가 정체되면 학습률을 줄이고 계속 개선이 없으면 조기 종료하도록 구성했습니다</a:t>
            </a:r>
            <a:r>
              <a:rPr lang="en-US" altLang="ko-KR"/>
              <a:t>. </a:t>
            </a:r>
            <a:r>
              <a:rPr lang="ko-KR" altLang="en-US"/>
              <a:t>이번에는 마지막까지 </a:t>
            </a:r>
            <a:r>
              <a:rPr lang="en-US" altLang="ko-KR"/>
              <a:t>validation loss</a:t>
            </a:r>
            <a:r>
              <a:rPr lang="ko-KR" altLang="en-US"/>
              <a:t>가 개선되어 </a:t>
            </a:r>
            <a:r>
              <a:rPr lang="en-US" altLang="ko-KR"/>
              <a:t>50</a:t>
            </a:r>
            <a:r>
              <a:rPr lang="ko-KR" altLang="en-US"/>
              <a:t>회 완료했습니다</a:t>
            </a:r>
            <a:r>
              <a:rPr lang="en-US" altLang="ko-KR"/>
              <a:t>. </a:t>
            </a:r>
            <a:r>
              <a:rPr lang="ko-KR" altLang="en-US"/>
              <a:t>화면의 </a:t>
            </a:r>
            <a:r>
              <a:rPr lang="en-US" altLang="ko-KR"/>
              <a:t>val_f1 1.0</a:t>
            </a:r>
            <a:r>
              <a:rPr lang="ko-KR" altLang="en-US"/>
              <a:t>은 </a:t>
            </a:r>
            <a:r>
              <a:rPr lang="en-US" altLang="ko-KR"/>
              <a:t>validation </a:t>
            </a:r>
            <a:r>
              <a:rPr lang="ko-KR" altLang="en-US"/>
              <a:t>결과이며 최종 </a:t>
            </a:r>
            <a:r>
              <a:rPr lang="en-US" altLang="ko-KR"/>
              <a:t>test F1</a:t>
            </a:r>
            <a:r>
              <a:rPr lang="ko-KR" altLang="en-US"/>
              <a:t>과 평가 대상이 다릅니다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사용자 제공</a:t>
            </a:r>
            <a:r>
              <a:rPr lang="en-US" altLang="ko-KR"/>
              <a:t>: </a:t>
            </a:r>
            <a:r>
              <a:rPr lang="ko-KR" altLang="en-US"/>
              <a:t>스크린샷 </a:t>
            </a:r>
            <a:r>
              <a:rPr lang="en-US" altLang="ko-KR"/>
              <a:t>2026-10-05 233228.png. configs/model_demo.yaml </a:t>
            </a:r>
            <a:r>
              <a:rPr lang="ko-KR" altLang="en-US"/>
              <a:t>및 실험 </a:t>
            </a:r>
            <a:r>
              <a:rPr lang="en-US" altLang="ko-KR"/>
              <a:t>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956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왼쪽 그래프의 </a:t>
            </a:r>
            <a:r>
              <a:rPr lang="en-US" altLang="ko-KR"/>
              <a:t>train loss</a:t>
            </a:r>
            <a:r>
              <a:rPr lang="ko-KR" altLang="en-US"/>
              <a:t>는 약 </a:t>
            </a:r>
            <a:r>
              <a:rPr lang="en-US" altLang="ko-KR"/>
              <a:t>0.676</a:t>
            </a:r>
            <a:r>
              <a:rPr lang="ko-KR" altLang="en-US"/>
              <a:t>에서 </a:t>
            </a:r>
            <a:r>
              <a:rPr lang="en-US" altLang="ko-KR"/>
              <a:t>0.021</a:t>
            </a:r>
            <a:r>
              <a:rPr lang="ko-KR" altLang="en-US"/>
              <a:t>로</a:t>
            </a:r>
            <a:r>
              <a:rPr lang="en-US" altLang="ko-KR"/>
              <a:t>, validation loss</a:t>
            </a:r>
            <a:r>
              <a:rPr lang="ko-KR" altLang="en-US"/>
              <a:t>는 </a:t>
            </a:r>
            <a:r>
              <a:rPr lang="en-US" altLang="ko-KR"/>
              <a:t>0.629</a:t>
            </a:r>
            <a:r>
              <a:rPr lang="ko-KR" altLang="en-US"/>
              <a:t>에서 </a:t>
            </a:r>
            <a:r>
              <a:rPr lang="en-US" altLang="ko-KR"/>
              <a:t>0.019</a:t>
            </a:r>
            <a:r>
              <a:rPr lang="ko-KR" altLang="en-US"/>
              <a:t>로 감소했습니다</a:t>
            </a:r>
            <a:r>
              <a:rPr lang="en-US" altLang="ko-KR"/>
              <a:t>. </a:t>
            </a:r>
            <a:r>
              <a:rPr lang="ko-KR" altLang="en-US"/>
              <a:t>두 곡선이 함께 내려가 합성 데이터에 대한 학습이 진행됨을 확인했습니다</a:t>
            </a:r>
            <a:r>
              <a:rPr lang="en-US" altLang="ko-KR"/>
              <a:t>. </a:t>
            </a:r>
            <a:r>
              <a:rPr lang="ko-KR" altLang="en-US"/>
              <a:t>마지막까지 개선되었기 때문에 </a:t>
            </a:r>
            <a:r>
              <a:rPr lang="en-US" altLang="ko-KR"/>
              <a:t>50</a:t>
            </a:r>
            <a:r>
              <a:rPr lang="ko-KR" altLang="en-US"/>
              <a:t>회가 최적 횟수라고 확정하지는 않았습니다</a:t>
            </a:r>
            <a:r>
              <a:rPr lang="en-US" altLang="ko-KR"/>
              <a:t>. </a:t>
            </a:r>
            <a:r>
              <a:rPr lang="ko-KR" altLang="en-US"/>
              <a:t>오른쪽 </a:t>
            </a:r>
            <a:r>
              <a:rPr lang="en-US" altLang="ko-KR"/>
              <a:t>test PR </a:t>
            </a:r>
            <a:r>
              <a:rPr lang="ko-KR" altLang="en-US"/>
              <a:t>곡선의 </a:t>
            </a:r>
            <a:r>
              <a:rPr lang="en-US" altLang="ko-KR"/>
              <a:t>LSTM PR-AUC</a:t>
            </a:r>
            <a:r>
              <a:rPr lang="ko-KR" altLang="en-US"/>
              <a:t>는 약 </a:t>
            </a:r>
            <a:r>
              <a:rPr lang="en-US" altLang="ko-KR"/>
              <a:t>0.9994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높은 면적만으로 개별 판정의 오경보가 없다고 볼 수 없어 혼동행렬과 </a:t>
            </a:r>
            <a:r>
              <a:rPr lang="en-US" altLang="ko-KR"/>
              <a:t>FN, FP</a:t>
            </a:r>
            <a:r>
              <a:rPr lang="ko-KR" altLang="en-US"/>
              <a:t>를 함께 확인합니다</a:t>
            </a:r>
            <a:r>
              <a:rPr lang="en-US" altLang="ko-KR"/>
              <a:t>. </a:t>
            </a:r>
            <a:r>
              <a:rPr lang="ko-KR" altLang="en-US"/>
              <a:t>판단 임계값은 </a:t>
            </a:r>
            <a:r>
              <a:rPr lang="en-US" altLang="ko-KR"/>
              <a:t>validation</a:t>
            </a:r>
            <a:r>
              <a:rPr lang="ko-KR" altLang="en-US"/>
              <a:t>에서 선택해 </a:t>
            </a:r>
            <a:r>
              <a:rPr lang="en-US" altLang="ko-KR"/>
              <a:t>test</a:t>
            </a:r>
            <a:r>
              <a:rPr lang="ko-KR" altLang="en-US"/>
              <a:t>에는 고정했습니다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artifacts/models/demo-20261005-233045/history.json, test-predictions.npz, report.json. </a:t>
            </a:r>
            <a:r>
              <a:rPr lang="ko-KR" altLang="en-US"/>
              <a:t>저장된 원본 수치로 그린 합성 데이터 실험 결과</a:t>
            </a:r>
            <a:r>
              <a:rPr lang="en-US" altLang="ko-KR"/>
              <a:t>. PR </a:t>
            </a:r>
            <a:r>
              <a:rPr lang="ko-KR" altLang="en-US"/>
              <a:t>곡선은 </a:t>
            </a:r>
            <a:r>
              <a:rPr lang="en-US" altLang="ko-KR"/>
              <a:t>sklearn precision_recall_curve </a:t>
            </a:r>
            <a:r>
              <a:rPr lang="ko-KR" altLang="en-US"/>
              <a:t>사용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764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실제 정상 시퀀스 </a:t>
            </a:r>
            <a:r>
              <a:rPr lang="en-US" altLang="ko-KR"/>
              <a:t>204</a:t>
            </a:r>
            <a:r>
              <a:rPr lang="ko-KR" altLang="en-US"/>
              <a:t>개 중 </a:t>
            </a:r>
            <a:r>
              <a:rPr lang="en-US" altLang="ko-KR"/>
              <a:t>158</a:t>
            </a:r>
            <a:r>
              <a:rPr lang="ko-KR" altLang="en-US"/>
              <a:t>개를 정상으로 판단했고 </a:t>
            </a:r>
            <a:r>
              <a:rPr lang="en-US" altLang="ko-KR"/>
              <a:t>46</a:t>
            </a:r>
            <a:r>
              <a:rPr lang="ko-KR" altLang="en-US"/>
              <a:t>개를 위험으로 판단했습니다</a:t>
            </a:r>
            <a:r>
              <a:rPr lang="en-US" altLang="ko-KR"/>
              <a:t>. </a:t>
            </a:r>
            <a:r>
              <a:rPr lang="ko-KR" altLang="en-US"/>
              <a:t>실제 위험 시퀀스 </a:t>
            </a:r>
            <a:r>
              <a:rPr lang="en-US" altLang="ko-KR"/>
              <a:t>90</a:t>
            </a:r>
            <a:r>
              <a:rPr lang="ko-KR" altLang="en-US"/>
              <a:t>개는 모두 위험으로 판단해 이번 </a:t>
            </a:r>
            <a:r>
              <a:rPr lang="en-US" altLang="ko-KR"/>
              <a:t>test</a:t>
            </a:r>
            <a:r>
              <a:rPr lang="ko-KR" altLang="en-US"/>
              <a:t>에서 미탐지는 </a:t>
            </a:r>
            <a:r>
              <a:rPr lang="en-US" altLang="ko-KR"/>
              <a:t>0</a:t>
            </a:r>
            <a:r>
              <a:rPr lang="ko-KR" altLang="en-US"/>
              <a:t>개입니다</a:t>
            </a:r>
            <a:r>
              <a:rPr lang="en-US" altLang="ko-KR"/>
              <a:t>. Recall</a:t>
            </a:r>
            <a:r>
              <a:rPr lang="ko-KR" altLang="en-US"/>
              <a:t>은 </a:t>
            </a:r>
            <a:r>
              <a:rPr lang="en-US" altLang="ko-KR"/>
              <a:t>100%, Precision</a:t>
            </a:r>
            <a:r>
              <a:rPr lang="ko-KR" altLang="en-US"/>
              <a:t>은 </a:t>
            </a:r>
            <a:r>
              <a:rPr lang="en-US" altLang="ko-KR"/>
              <a:t>66.18%, F1</a:t>
            </a:r>
            <a:r>
              <a:rPr lang="ko-KR" altLang="en-US"/>
              <a:t>은 </a:t>
            </a:r>
            <a:r>
              <a:rPr lang="en-US" altLang="ko-KR"/>
              <a:t>79.65%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위험 판단 </a:t>
            </a:r>
            <a:r>
              <a:rPr lang="en-US" altLang="ko-KR"/>
              <a:t>136</a:t>
            </a:r>
            <a:r>
              <a:rPr lang="ko-KR" altLang="en-US"/>
              <a:t>개 중 실제 위험은 </a:t>
            </a:r>
            <a:r>
              <a:rPr lang="en-US" altLang="ko-KR"/>
              <a:t>90</a:t>
            </a:r>
            <a:r>
              <a:rPr lang="ko-KR" altLang="en-US"/>
              <a:t>개이고 나머지 </a:t>
            </a:r>
            <a:r>
              <a:rPr lang="en-US" altLang="ko-KR"/>
              <a:t>46</a:t>
            </a:r>
            <a:r>
              <a:rPr lang="ko-KR" altLang="en-US"/>
              <a:t>개는 오경보입니다</a:t>
            </a:r>
            <a:r>
              <a:rPr lang="en-US" altLang="ko-KR"/>
              <a:t>. </a:t>
            </a:r>
            <a:r>
              <a:rPr lang="ko-KR" altLang="en-US"/>
              <a:t>정상 구간에 대한 오경보 비율은 </a:t>
            </a:r>
            <a:r>
              <a:rPr lang="en-US" altLang="ko-KR"/>
              <a:t>46 </a:t>
            </a:r>
            <a:r>
              <a:rPr lang="ko-KR" altLang="en-US"/>
              <a:t>나누기 </a:t>
            </a:r>
            <a:r>
              <a:rPr lang="en-US" altLang="ko-KR"/>
              <a:t>204</a:t>
            </a:r>
            <a:r>
              <a:rPr lang="ko-KR" altLang="en-US"/>
              <a:t>로 약 </a:t>
            </a:r>
            <a:r>
              <a:rPr lang="en-US" altLang="ko-KR"/>
              <a:t>22.55%</a:t>
            </a:r>
            <a:r>
              <a:rPr lang="ko-KR" altLang="en-US"/>
              <a:t>입니다</a:t>
            </a:r>
            <a:r>
              <a:rPr lang="en-US" altLang="ko-KR"/>
              <a:t>. Recall</a:t>
            </a:r>
            <a:r>
              <a:rPr lang="ko-KR" altLang="en-US"/>
              <a:t>만으로 모델의 성능이 충분하다고 판단할 수 없으며 오경보 개선이 필요합니다</a:t>
            </a:r>
            <a:r>
              <a:rPr lang="en-US" altLang="ko-KR"/>
              <a:t>. </a:t>
            </a:r>
            <a:r>
              <a:rPr lang="ko-KR" altLang="en-US"/>
              <a:t>여기서 개수는 시퀀스 수이며 실제 낙뢰 횟수가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artifacts/models/demo-20261005-233045/report.json models.lstm.test.confusion_matrix. </a:t>
            </a:r>
            <a:r>
              <a:rPr lang="ko-KR" altLang="en-US"/>
              <a:t>행은 실제 클래스</a:t>
            </a:r>
            <a:r>
              <a:rPr lang="en-US" altLang="ko-KR"/>
              <a:t>, </a:t>
            </a:r>
            <a:r>
              <a:rPr lang="ko-KR" altLang="en-US"/>
              <a:t>열은 예측 클래스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715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Logistic Regression</a:t>
            </a:r>
            <a:r>
              <a:rPr lang="ko-KR" altLang="en-US"/>
              <a:t>은 이번 합성 데이터에서 </a:t>
            </a:r>
            <a:r>
              <a:rPr lang="en-US" altLang="ko-KR"/>
              <a:t>test </a:t>
            </a:r>
            <a:r>
              <a:rPr lang="ko-KR" altLang="en-US"/>
              <a:t>시퀀스를 모두 올바르게 분류했습니다</a:t>
            </a:r>
            <a:r>
              <a:rPr lang="en-US" altLang="ko-KR"/>
              <a:t>. Validation</a:t>
            </a:r>
            <a:r>
              <a:rPr lang="ko-KR" altLang="en-US"/>
              <a:t>에서도 두 모델의 점수가 같아 단순한 </a:t>
            </a:r>
            <a:r>
              <a:rPr lang="en-US" altLang="ko-KR"/>
              <a:t>Logistic Regression</a:t>
            </a:r>
            <a:r>
              <a:rPr lang="ko-KR" altLang="en-US"/>
              <a:t>을 추천했습니다</a:t>
            </a:r>
            <a:r>
              <a:rPr lang="en-US" altLang="ko-KR"/>
              <a:t>. </a:t>
            </a:r>
            <a:r>
              <a:rPr lang="ko-KR" altLang="en-US"/>
              <a:t>추천은 </a:t>
            </a:r>
            <a:r>
              <a:rPr lang="en-US" altLang="ko-KR"/>
              <a:t>test </a:t>
            </a:r>
            <a:r>
              <a:rPr lang="ko-KR" altLang="en-US"/>
              <a:t>결과를 보고 선택한 것이 아닙니다</a:t>
            </a:r>
            <a:r>
              <a:rPr lang="en-US" altLang="ko-KR"/>
              <a:t>. </a:t>
            </a:r>
            <a:r>
              <a:rPr lang="ko-KR" altLang="en-US"/>
              <a:t>이번 실험으로 </a:t>
            </a:r>
            <a:r>
              <a:rPr lang="en-US" altLang="ko-KR"/>
              <a:t>LSTM</a:t>
            </a:r>
            <a:r>
              <a:rPr lang="ko-KR" altLang="en-US"/>
              <a:t>이 더 우수하다는 결론을 내릴 수는 없습니다</a:t>
            </a:r>
            <a:r>
              <a:rPr lang="en-US" altLang="ko-KR"/>
              <a:t>. </a:t>
            </a:r>
            <a:r>
              <a:rPr lang="ko-KR" altLang="en-US"/>
              <a:t>실제 데이터에서도 동일한 조건으로 비교하여 시간 패턴을 학습하는 </a:t>
            </a:r>
            <a:r>
              <a:rPr lang="en-US" altLang="ko-KR"/>
              <a:t>LSTM</a:t>
            </a:r>
            <a:r>
              <a:rPr lang="ko-KR" altLang="en-US"/>
              <a:t>의 이점이 있는지 검증해야 합니다</a:t>
            </a:r>
            <a:r>
              <a:rPr lang="en-US" altLang="ko-KR"/>
              <a:t>. </a:t>
            </a:r>
            <a:r>
              <a:rPr lang="ko-KR" altLang="en-US"/>
              <a:t>일반화된 실제 장치 성능을 주장하는 결과는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artifacts/models/demo-20261005-233045/report.json models.logistic.test.confusion_matrix. </a:t>
            </a:r>
            <a:r>
              <a:rPr lang="ko-KR" altLang="en-US"/>
              <a:t>행은 실제 클래스</a:t>
            </a:r>
            <a:r>
              <a:rPr lang="en-US" altLang="ko-KR"/>
              <a:t>, </a:t>
            </a:r>
            <a:r>
              <a:rPr lang="ko-KR" altLang="en-US"/>
              <a:t>열은 예측 클래스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218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학습과 평가가 정상 작동하는 프로토타입을 구현했습니다</a:t>
            </a:r>
            <a:r>
              <a:rPr lang="en-US" altLang="ko-KR"/>
              <a:t>. </a:t>
            </a:r>
            <a:r>
              <a:rPr lang="ko-KR" altLang="en-US"/>
              <a:t>전체 자동 테스트 </a:t>
            </a:r>
            <a:r>
              <a:rPr lang="en-US" altLang="ko-KR"/>
              <a:t>125</a:t>
            </a:r>
            <a:r>
              <a:rPr lang="ko-KR" altLang="en-US"/>
              <a:t>개가 통과했고 저장한 모델을 다시 불러온 평가 결과도 일치했습니다</a:t>
            </a:r>
            <a:r>
              <a:rPr lang="en-US" altLang="ko-KR"/>
              <a:t>. </a:t>
            </a:r>
            <a:r>
              <a:rPr lang="ko-KR" altLang="en-US"/>
              <a:t>링 버퍼는 고정 크기로 최신 특징을 유지하고 유효한 시퀀스를 생성하는 기능까지 구현했습니다</a:t>
            </a:r>
            <a:r>
              <a:rPr lang="en-US" altLang="ko-KR"/>
              <a:t>. </a:t>
            </a:r>
            <a:r>
              <a:rPr lang="ko-KR" altLang="en-US"/>
              <a:t>다만 이번 데이터는 합성 데이터이고 </a:t>
            </a:r>
            <a:r>
              <a:rPr lang="en-US" altLang="ko-KR"/>
              <a:t>test </a:t>
            </a:r>
            <a:r>
              <a:rPr lang="ko-KR" altLang="en-US"/>
              <a:t>위험 이벤트 그룹이 두 개뿐입니다</a:t>
            </a:r>
            <a:r>
              <a:rPr lang="en-US" altLang="ko-KR"/>
              <a:t>. </a:t>
            </a:r>
            <a:r>
              <a:rPr lang="ko-KR" altLang="en-US"/>
              <a:t>위험 시퀀스 </a:t>
            </a:r>
            <a:r>
              <a:rPr lang="en-US" altLang="ko-KR"/>
              <a:t>90</a:t>
            </a:r>
            <a:r>
              <a:rPr lang="ko-KR" altLang="en-US"/>
              <a:t>개는 독립적인 실제 낙뢰 사례 </a:t>
            </a:r>
            <a:r>
              <a:rPr lang="en-US" altLang="ko-KR"/>
              <a:t>90</a:t>
            </a:r>
            <a:r>
              <a:rPr lang="ko-KR" altLang="en-US"/>
              <a:t>개가 아닙니다</a:t>
            </a:r>
            <a:r>
              <a:rPr lang="en-US" altLang="ko-KR"/>
              <a:t>. </a:t>
            </a:r>
            <a:r>
              <a:rPr lang="ko-KR" altLang="en-US"/>
              <a:t>현재 데이터는 학습</a:t>
            </a:r>
            <a:r>
              <a:rPr lang="en-US" altLang="ko-KR"/>
              <a:t>·</a:t>
            </a:r>
            <a:r>
              <a:rPr lang="ko-KR" altLang="en-US"/>
              <a:t>평가 프로그램의 기능 검증에 의미가 있으며 실제 낙뢰 감지 성능의 근거로는 추가 실측 평가가 필요합니다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 </a:t>
            </a:r>
            <a:r>
              <a:rPr lang="ko-KR" altLang="en-US"/>
              <a:t>및 </a:t>
            </a:r>
            <a:r>
              <a:rPr lang="en-US" altLang="ko-KR"/>
              <a:t>artifacts/reports/training-design-verification.json. </a:t>
            </a:r>
            <a:r>
              <a:rPr lang="ko-KR" altLang="en-US"/>
              <a:t>실험 </a:t>
            </a:r>
            <a:r>
              <a:rPr lang="en-US" altLang="ko-KR"/>
              <a:t>report.json</a:t>
            </a:r>
            <a:r>
              <a:rPr lang="ko-KR" altLang="en-US"/>
              <a:t>의 </a:t>
            </a:r>
            <a:r>
              <a:rPr lang="en-US" altLang="ko-KR"/>
              <a:t>event_summary, synthetic_demo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369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앞으로는 실제 측정 데이터와 확인된 정답 </a:t>
            </a:r>
            <a:r>
              <a:rPr lang="en-US" altLang="ko-KR"/>
              <a:t>label, </a:t>
            </a:r>
            <a:r>
              <a:rPr lang="ko-KR" altLang="en-US"/>
              <a:t>센서 기준값의 의미를 바탕으로 표준 설정에 맞춰 전처리와 학습을 다시 진행하겠습니다</a:t>
            </a:r>
            <a:r>
              <a:rPr lang="en-US" altLang="ko-KR"/>
              <a:t>. </a:t>
            </a:r>
            <a:r>
              <a:rPr lang="ko-KR" altLang="en-US"/>
              <a:t>표준 프로파일의 </a:t>
            </a:r>
            <a:r>
              <a:rPr lang="en-US" altLang="ko-KR"/>
              <a:t>6.4</a:t>
            </a:r>
            <a:r>
              <a:rPr lang="ko-KR" altLang="en-US"/>
              <a:t>초 입력은 검증할 초기 후보이며 확정된 최적 길이가 아닙니다</a:t>
            </a:r>
            <a:r>
              <a:rPr lang="en-US" altLang="ko-KR"/>
              <a:t>. </a:t>
            </a:r>
            <a:r>
              <a:rPr lang="ko-KR" altLang="en-US"/>
              <a:t>온습도와 같은 느린 센서는 현재 상태와 측정값 나이를 사용하며 긴 시간 추세를 학습하려면 별도 맥락이 필요합니다</a:t>
            </a:r>
            <a:r>
              <a:rPr lang="en-US" altLang="ko-KR"/>
              <a:t>. </a:t>
            </a:r>
            <a:r>
              <a:rPr lang="ko-KR" altLang="en-US"/>
              <a:t>이후에는 모델 경량화와 </a:t>
            </a:r>
            <a:r>
              <a:rPr lang="en-US" altLang="ko-KR"/>
              <a:t>TFLite </a:t>
            </a:r>
            <a:r>
              <a:rPr lang="ko-KR" altLang="en-US"/>
              <a:t>또는 </a:t>
            </a:r>
            <a:r>
              <a:rPr lang="en-US" altLang="ko-KR"/>
              <a:t>TFLite Micro </a:t>
            </a:r>
            <a:r>
              <a:rPr lang="ko-KR" altLang="en-US"/>
              <a:t>변환</a:t>
            </a:r>
            <a:r>
              <a:rPr lang="en-US" altLang="ko-KR"/>
              <a:t>, </a:t>
            </a:r>
            <a:r>
              <a:rPr lang="ko-KR" altLang="en-US"/>
              <a:t>링 버퍼와 추론 연결을 검토하고 목표 </a:t>
            </a:r>
            <a:r>
              <a:rPr lang="en-US" altLang="ko-KR"/>
              <a:t>MCU</a:t>
            </a:r>
            <a:r>
              <a:rPr lang="ko-KR" altLang="en-US"/>
              <a:t>에서 메모리와 실행시간을 실제로 측정하겠습니다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전처리 계획을 실제 학습</a:t>
            </a:r>
            <a:r>
              <a:rPr lang="en-US" altLang="ko-KR"/>
              <a:t>·</a:t>
            </a:r>
            <a:r>
              <a:rPr lang="ko-KR" altLang="en-US"/>
              <a:t>평가 프로그램으로 발전시키고 결과와 한계를 확인하는 단계까지 수행했습니다</a:t>
            </a:r>
            <a:r>
              <a:rPr lang="en-US" altLang="ko-KR"/>
              <a:t>. </a:t>
            </a:r>
            <a:r>
              <a:rPr lang="ko-KR" altLang="en-US"/>
              <a:t>이상으로 발표를 마치겠습니다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docs/training-design.md, docs/sensor-standard.md </a:t>
            </a:r>
            <a:r>
              <a:rPr lang="ko-KR" altLang="en-US"/>
              <a:t>및 대화에서 확인한 임베디드 최종 목표</a:t>
            </a:r>
            <a:r>
              <a:rPr lang="en-US" altLang="ko-KR"/>
              <a:t>. </a:t>
            </a:r>
            <a:r>
              <a:rPr lang="ko-KR" altLang="en-US"/>
              <a:t>후속 계획이며 완료 성과가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100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DC371-8377-1B9A-A896-6210B8B0C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0C3AF5-3DD6-7C24-9ECF-6698CBC64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DC2C4C-5BD6-950B-B662-9866174B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B38E1-CB25-4BF4-976F-F36D46BA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761B1-4DBC-6CBF-3E7E-97F5CEB4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94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F4B2B-B12F-1DEC-4C72-E5545CF5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C380A-1320-0F88-6479-A9EA07416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68E67-D06B-5E89-CF77-6425FEFD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8CDD1-7E15-B36F-7023-2592703D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E67EE-C15A-0A68-20C3-67E1C566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79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4EDC-0827-A24E-820E-1F64158E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00BB0A-76C6-CD75-CB0B-DBD39FE49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DC938-7B1F-AD4F-4335-A365B2B7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D36DE0-2759-072F-71E6-36DE1F39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56284-6E2A-62BC-DADE-0655AFDE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37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5F864-9CF8-BED3-E94B-A804B128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2E45A-6C67-57C3-DE35-65A86A93F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1D4DA-FEBA-CFC4-4CCE-BE46767DE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2443A6-0C9B-3C9E-B7F4-93371E83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FBD84-8EA4-B698-370A-D784F3CF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A85B32-55A3-4C9A-79D0-FD7EA22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5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70EA3-E558-0706-521F-F268915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764679-B2A8-E371-0F3A-1A75B90A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BFFED8-922E-639C-DFFE-9764B905A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4854B0-EE48-0F42-8105-DDA77B138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93FEB-4371-BE1E-E4F9-BE35B49B7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7505E-DAC4-2E60-14BF-F950AD54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97C17C-A9DC-3CF5-2DC4-05D4735D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30B515-9738-7CFE-4EB4-FCC047FF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28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EC1B3-624F-490B-D321-F5AF721C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A0EF1A-D46D-D871-BAFD-C323C2FE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FB2C4-F7D1-64E1-E3DC-56753935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9FBF2D-21F2-20C1-814A-89A7943A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19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057281-12D9-A0C5-06ED-F3EC454C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0DC3-80EA-E3D9-BD54-E3A6922E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48EF8-0EDC-DE51-FB2F-C1A80FA0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37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FD8D-11AD-29E6-D383-E12EA2E7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723BD-53DE-CCF1-6019-69D4EA54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0F7C5E-7A23-C5A3-021C-4B6D58ABA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40299-878A-802C-E52F-D6AF6EFF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79B0EC-9DC1-79E6-01EC-11A8F92D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C1B140-9638-6C2E-65B8-625C43DD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2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71F69-C262-DEB0-EA4C-0C67DFA7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E33C99-5DAA-2343-F88D-A6F6D3109BD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15723D-D3ED-20CD-186C-4E957B49D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9299C-D3C4-5E94-9B72-CEFDFED7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A94669-49A5-17C3-F673-E484F56E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698297-EC6A-4773-0353-4D0FE5A3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10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4904B-2ACE-7A96-FFDD-F4DDA3BF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E959A-3488-A68A-2780-DF75367DF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CD93D-6E9C-0BCD-9771-128536B4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29345-6DB7-C2EB-A6B1-3B2A0378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6954B-A165-E58A-3B08-51B1314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8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BEF10F-E74F-DE1D-16D9-6027E9C7C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D36246-E304-B254-5422-B752098EE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88981-87B0-69F7-14E8-C88E14DE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C86E0-B707-DE67-BB8A-3B003E04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FE970-E243-645B-7F13-0E4423B4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44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FEAD2-3D33-15C7-0A9D-8E6B080E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C486B1-3773-F0BA-3CD3-BD851A47B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BC56E8-3C5A-1FB9-1550-F152AB354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D63DB9-6EED-B42B-B00E-1749C2AD1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3828F-A2B7-D0A2-F46A-43C38B611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77ACEB-0604-4D11-3139-3E2F8A60E857}"/>
              </a:ext>
            </a:extLst>
          </p:cNvPr>
          <p:cNvSpPr txBox="1"/>
          <p:nvPr/>
        </p:nvSpPr>
        <p:spPr>
          <a:xfrm>
            <a:off x="762000" y="8128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그라운드 오픈랩 </a:t>
            </a:r>
            <a:r>
              <a:rPr lang="en-US" altLang="ko-KR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9C572-ED3F-2ED5-7B5E-0228A98B48DE}"/>
              </a:ext>
            </a:extLst>
          </p:cNvPr>
          <p:cNvSpPr txBox="1"/>
          <p:nvPr/>
        </p:nvSpPr>
        <p:spPr>
          <a:xfrm>
            <a:off x="762000" y="1905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낙뢰방호장치</a:t>
            </a:r>
          </a:p>
          <a:p>
            <a:pPr>
              <a:spcAft>
                <a:spcPts val="800"/>
              </a:spcAft>
            </a:pP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성능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851E9-7F7B-1F79-000F-320574309CAE}"/>
              </a:ext>
            </a:extLst>
          </p:cNvPr>
          <p:cNvSpPr txBox="1"/>
          <p:nvPr/>
        </p:nvSpPr>
        <p:spPr>
          <a:xfrm>
            <a:off x="787400" y="44196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기반 구현 및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AB2B4-5FC0-905C-9CE6-2CB9208EA270}"/>
              </a:ext>
            </a:extLst>
          </p:cNvPr>
          <p:cNvSpPr txBox="1"/>
          <p:nvPr/>
        </p:nvSpPr>
        <p:spPr>
          <a:xfrm>
            <a:off x="787400" y="5791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청주대학교 방경식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B23F78-A5CA-5F93-5258-DB8B41AAAC7D}"/>
              </a:ext>
            </a:extLst>
          </p:cNvPr>
          <p:cNvSpPr txBox="1"/>
          <p:nvPr/>
        </p:nvSpPr>
        <p:spPr>
          <a:xfrm>
            <a:off x="9652000" y="5791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2026. 10. 07.</a:t>
            </a:r>
            <a:endParaRPr lang="ko-KR" altLang="en-US" sz="1700">
              <a:solidFill>
                <a:srgbClr val="C9D9E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251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B2BDA3-AA2E-E5BB-5F59-462C383FB69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센서 범위와 기준값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E8807-538E-7362-4D54-84C592501DF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표의 기준값 기록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판정용 의미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 방향은 확인 필요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216D9-2ED8-5FCB-9DFB-EED120262BD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5BED5B3-C443-9FBC-F807-4B31AA214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14203"/>
              </p:ext>
            </p:extLst>
          </p:nvPr>
        </p:nvGraphicFramePr>
        <p:xfrm>
          <a:off x="685800" y="1397000"/>
          <a:ext cx="10668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4154371665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563837756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72333788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085889961"/>
                    </a:ext>
                  </a:extLst>
                </a:gridCol>
              </a:tblGrid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센서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센싱 범위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Threshold / </a:t>
                      </a:r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 주기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014663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28865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7582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누설전류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0.001~1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mA = 0.001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88404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66712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9231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3739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상대습도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20~90%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0776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외기온도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-20~80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6675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입력전압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0~1500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사용전압 비교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63007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번개센서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H/L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H=1, L=0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4619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9E4778-29D8-C03B-586A-7D307395E6BB}"/>
              </a:ext>
            </a:extLst>
          </p:cNvPr>
          <p:cNvSpPr txBox="1"/>
          <p:nvPr/>
        </p:nvSpPr>
        <p:spPr>
          <a:xfrm>
            <a:off x="685800" y="588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</a:t>
            </a:r>
            <a:r>
              <a:rPr lang="en-US" altLang="ko-KR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 ℃: </a:t>
            </a: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절대온도인지 상승량인지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0413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58073-F4B8-3216-7B40-86B5FA51CBAA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74A24-ED44-596A-67EA-397C3732B42C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실행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합성 데모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프로파일의 재학습은 후속 검증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61465-A879-9EAD-A31B-7F3604827A0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880CC-BD1A-F28C-D72C-F977EFE1259E}"/>
              </a:ext>
            </a:extLst>
          </p:cNvPr>
          <p:cNvSpPr txBox="1"/>
          <p:nvPr/>
        </p:nvSpPr>
        <p:spPr>
          <a:xfrm>
            <a:off x="685800" y="1397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882</a:t>
            </a:r>
            <a:r>
              <a:rPr lang="ko-KR" altLang="en-US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3E96CB7-3672-3823-DA6E-F78614F08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175161"/>
              </p:ext>
            </p:extLst>
          </p:nvPr>
        </p:nvGraphicFramePr>
        <p:xfrm>
          <a:off x="685800" y="2514600"/>
          <a:ext cx="106680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394415908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72316605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833756729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Train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38899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441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147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294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2496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45016F-B8B1-65E1-179B-A98F74051EE3}"/>
              </a:ext>
            </a:extLst>
          </p:cNvPr>
          <p:cNvSpPr txBox="1"/>
          <p:nvPr/>
        </p:nvSpPr>
        <p:spPr>
          <a:xfrm>
            <a:off x="685800" y="4127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시점 </a:t>
            </a: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20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특징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866BB1-B8EE-17EF-70F5-9D9D11F19FF3}"/>
              </a:ext>
            </a:extLst>
          </p:cNvPr>
          <p:cNvSpPr txBox="1"/>
          <p:nvPr/>
        </p:nvSpPr>
        <p:spPr>
          <a:xfrm>
            <a:off x="685800" y="4876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ms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간격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1.6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입력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분리와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train-only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정규화</a:t>
            </a:r>
          </a:p>
        </p:txBody>
      </p:sp>
    </p:spTree>
    <p:extLst>
      <p:ext uri="{BB962C8B-B14F-4D97-AF65-F5344CB8AC3E}">
        <p14:creationId xmlns:p14="http://schemas.microsoft.com/office/powerpoint/2010/main" val="426818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0B8005-A056-8290-7F0A-5D58CB8EE05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구조와 학습 실행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2C8E9-F32D-3D11-F4FB-7D064F860FE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val_f1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성능은 별도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C944A-0990-9A3B-B1D6-D963370D66A1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D88E12-7C1A-CB44-FC9B-3D573EE4D47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20" y="1536700"/>
            <a:ext cx="7024760" cy="4279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5D83E0-FAAB-1774-4B14-AC4C28CE1F05}"/>
              </a:ext>
            </a:extLst>
          </p:cNvPr>
          <p:cNvSpPr txBox="1"/>
          <p:nvPr/>
        </p:nvSpPr>
        <p:spPr>
          <a:xfrm>
            <a:off x="8305800" y="15240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단방향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endParaRPr lang="ko-KR" altLang="en-US" sz="25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5FFA0-2E73-0B47-6289-4E9694D88EC0}"/>
              </a:ext>
            </a:extLst>
          </p:cNvPr>
          <p:cNvSpPr txBox="1"/>
          <p:nvPr/>
        </p:nvSpPr>
        <p:spPr>
          <a:xfrm>
            <a:off x="8305800" y="23241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Hidden 16, 1 layer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Adam 0.001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Batch 32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 epochs</a:t>
            </a:r>
            <a:endParaRPr lang="ko-KR" altLang="en-US" sz="23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F8FED-6D38-A9CD-FF57-ED6F5B7257F9}"/>
              </a:ext>
            </a:extLst>
          </p:cNvPr>
          <p:cNvSpPr txBox="1"/>
          <p:nvPr/>
        </p:nvSpPr>
        <p:spPr>
          <a:xfrm>
            <a:off x="8305800" y="49149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학습률 자동 감소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Early stopping</a:t>
            </a:r>
            <a:endParaRPr lang="ko-KR" altLang="en-US" sz="20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4712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2CB38-F854-6623-2547-B9A08C6C8013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곡선과 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곡선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2BF24-A935-9DEB-B73A-479CBD155218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회까지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횟수 도달은 수렴 보장이 아님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BC28B-8FE4-115B-2D30-670D0528E1A4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AE88F-8225-9854-42C3-B13495F2FE90}"/>
              </a:ext>
            </a:extLst>
          </p:cNvPr>
          <p:cNvSpPr txBox="1"/>
          <p:nvPr/>
        </p:nvSpPr>
        <p:spPr>
          <a:xfrm>
            <a:off x="838200" y="57912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 loss  0.021</a:t>
            </a:r>
            <a:endParaRPr lang="ko-KR" altLang="en-US" sz="20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DCD12F-9BDF-2373-ECF9-760B7837AD18}"/>
              </a:ext>
            </a:extLst>
          </p:cNvPr>
          <p:cNvSpPr txBox="1"/>
          <p:nvPr/>
        </p:nvSpPr>
        <p:spPr>
          <a:xfrm>
            <a:off x="6502400" y="57912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 0.019</a:t>
            </a:r>
            <a:endParaRPr lang="ko-KR" altLang="en-US" sz="2000" b="1">
              <a:solidFill>
                <a:srgbClr val="087E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CED98BA7-075A-9598-78A0-D39665D418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1212913"/>
              </p:ext>
            </p:extLst>
          </p:nvPr>
        </p:nvGraphicFramePr>
        <p:xfrm>
          <a:off x="6858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AD4AF857-AA15-E078-E037-623113D7B2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3139343"/>
              </p:ext>
            </p:extLst>
          </p:nvPr>
        </p:nvGraphicFramePr>
        <p:xfrm>
          <a:off x="63500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62062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03D22-0D4C-D963-6258-2FC97F6975F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미탐지와 오경보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DB452-28F5-4B48-94E2-131F410BD4D7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294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6C3FA-E39A-C315-3CB6-08064E75246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A00E15-5C19-4832-383D-E5C8CD176FB0}"/>
              </a:ext>
            </a:extLst>
          </p:cNvPr>
          <p:cNvSpPr txBox="1"/>
          <p:nvPr/>
        </p:nvSpPr>
        <p:spPr>
          <a:xfrm>
            <a:off x="6438900" y="14732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 </a:t>
            </a:r>
            <a:r>
              <a:rPr lang="en-US" altLang="ko-KR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12347-B022-B87F-53B7-3BAF18F65F4E}"/>
              </a:ext>
            </a:extLst>
          </p:cNvPr>
          <p:cNvSpPr txBox="1"/>
          <p:nvPr/>
        </p:nvSpPr>
        <p:spPr>
          <a:xfrm>
            <a:off x="6438900" y="23495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</a:t>
            </a:r>
            <a:r>
              <a:rPr lang="en-US" altLang="ko-KR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46</a:t>
            </a: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22C45-3651-5F40-13B9-EBD7E9A7C82B}"/>
              </a:ext>
            </a:extLst>
          </p:cNvPr>
          <p:cNvSpPr txBox="1"/>
          <p:nvPr/>
        </p:nvSpPr>
        <p:spPr>
          <a:xfrm>
            <a:off x="6464300" y="32004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중 오경보 </a:t>
            </a:r>
            <a:r>
              <a:rPr lang="en-US" altLang="ko-KR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22.55%</a:t>
            </a:r>
            <a:endParaRPr lang="ko-KR" altLang="en-US" sz="2300">
              <a:solidFill>
                <a:srgbClr val="BB3C3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AA88D64-B5D2-7E8F-9EBA-0C5B594BF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890242"/>
              </p:ext>
            </p:extLst>
          </p:nvPr>
        </p:nvGraphicFramePr>
        <p:xfrm>
          <a:off x="6451600" y="4102100"/>
          <a:ext cx="48768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399030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55719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06133557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Precision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Recall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25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66.18%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79.65%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845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9A2AFA4-1FC8-3177-DE2D-26DEC897F9C4}"/>
              </a:ext>
            </a:extLst>
          </p:cNvPr>
          <p:cNvSpPr txBox="1"/>
          <p:nvPr/>
        </p:nvSpPr>
        <p:spPr>
          <a:xfrm>
            <a:off x="6464300" y="55118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판단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136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중 실제 위험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BF05EFF-149A-4E02-65AA-5396E0334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978002"/>
              </p:ext>
            </p:extLst>
          </p:nvPr>
        </p:nvGraphicFramePr>
        <p:xfrm>
          <a:off x="685800" y="1854200"/>
          <a:ext cx="51054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583634388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113888542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3840161689"/>
                    </a:ext>
                  </a:extLst>
                </a:gridCol>
              </a:tblGrid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63366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158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06115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703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512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156D7-C312-9428-405B-3243609AE7E9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Regression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7CC6B-BD90-43CB-45F3-6B0C60EBEC11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합성 데이터에서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추가 복잡성이 주는 이점은 미확인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80A9F-D601-8E9D-63B1-A8F4D0767E8E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AA2A5CB-B68F-4BA2-E819-CE74744E8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85804"/>
              </p:ext>
            </p:extLst>
          </p:nvPr>
        </p:nvGraphicFramePr>
        <p:xfrm>
          <a:off x="5676900" y="1917700"/>
          <a:ext cx="60325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82486772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27357065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07985640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301198864"/>
                    </a:ext>
                  </a:extLst>
                </a:gridCol>
              </a:tblGrid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FN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531195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Logistic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1.0000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759827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LSTM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0.7965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7193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DDAC337-49C3-B96C-DA0A-9E30BC9D8071}"/>
              </a:ext>
            </a:extLst>
          </p:cNvPr>
          <p:cNvSpPr txBox="1"/>
          <p:nvPr/>
        </p:nvSpPr>
        <p:spPr>
          <a:xfrm>
            <a:off x="5676900" y="43053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점수 동률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62A456-0623-B62D-2F55-5DB86A670764}"/>
              </a:ext>
            </a:extLst>
          </p:cNvPr>
          <p:cNvSpPr txBox="1"/>
          <p:nvPr/>
        </p:nvSpPr>
        <p:spPr>
          <a:xfrm>
            <a:off x="5676900" y="49657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단순한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우선 추천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80E99A2-2C93-B6A8-1F57-09341B336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227315"/>
              </p:ext>
            </p:extLst>
          </p:nvPr>
        </p:nvGraphicFramePr>
        <p:xfrm>
          <a:off x="685800" y="1854200"/>
          <a:ext cx="46355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167">
                  <a:extLst>
                    <a:ext uri="{9D8B030D-6E8A-4147-A177-3AD203B41FA5}">
                      <a16:colId xmlns:a16="http://schemas.microsoft.com/office/drawing/2014/main" val="4279383941"/>
                    </a:ext>
                  </a:extLst>
                </a:gridCol>
                <a:gridCol w="1545167">
                  <a:extLst>
                    <a:ext uri="{9D8B030D-6E8A-4147-A177-3AD203B41FA5}">
                      <a16:colId xmlns:a16="http://schemas.microsoft.com/office/drawing/2014/main" val="1222204215"/>
                    </a:ext>
                  </a:extLst>
                </a:gridCol>
                <a:gridCol w="1545167">
                  <a:extLst>
                    <a:ext uri="{9D8B030D-6E8A-4147-A177-3AD203B41FA5}">
                      <a16:colId xmlns:a16="http://schemas.microsoft.com/office/drawing/2014/main" val="290595669"/>
                    </a:ext>
                  </a:extLst>
                </a:gridCol>
              </a:tblGrid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495799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258255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442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658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DCCD1C-3EF9-3754-847D-7E973E3EFB65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성과와 검증 범위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3BFF6-9939-5BDC-6FAB-2F413D91559B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CD8FC-775D-D39C-F8AA-559E7038A0E4}"/>
              </a:ext>
            </a:extLst>
          </p:cNvPr>
          <p:cNvSpPr txBox="1"/>
          <p:nvPr/>
        </p:nvSpPr>
        <p:spPr>
          <a:xfrm>
            <a:off x="685800" y="15113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altLang="ko-KR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52114-F62A-9FF7-2B5B-3B12AE744708}"/>
              </a:ext>
            </a:extLst>
          </p:cNvPr>
          <p:cNvSpPr txBox="1"/>
          <p:nvPr/>
        </p:nvSpPr>
        <p:spPr>
          <a:xfrm>
            <a:off x="685800" y="24130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테스트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125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통과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저장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재평가 일치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생성 구현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ECF49-A051-E5EC-E5C9-9573E3557D62}"/>
              </a:ext>
            </a:extLst>
          </p:cNvPr>
          <p:cNvSpPr txBox="1"/>
          <p:nvPr/>
        </p:nvSpPr>
        <p:spPr>
          <a:xfrm>
            <a:off x="6553200" y="15113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데이터의 한계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B50EE-10CC-0311-DF76-8EC31ABB8780}"/>
              </a:ext>
            </a:extLst>
          </p:cNvPr>
          <p:cNvSpPr txBox="1"/>
          <p:nvPr/>
        </p:nvSpPr>
        <p:spPr>
          <a:xfrm>
            <a:off x="6553200" y="24130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실험</a:t>
            </a:r>
          </a:p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이벤트 그룹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겹치는 시퀀스 포함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2B3EE-5B10-EC59-4788-B3726F1CE16B}"/>
              </a:ext>
            </a:extLst>
          </p:cNvPr>
          <p:cNvSpPr txBox="1"/>
          <p:nvPr/>
        </p:nvSpPr>
        <p:spPr>
          <a:xfrm>
            <a:off x="685800" y="51435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검증 완료</a:t>
            </a:r>
            <a:r>
              <a:rPr lang="en-US" altLang="ko-KR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낙뢰 성능은 실측 평가 필요</a:t>
            </a:r>
          </a:p>
        </p:txBody>
      </p:sp>
    </p:spTree>
    <p:extLst>
      <p:ext uri="{BB962C8B-B14F-4D97-AF65-F5344CB8AC3E}">
        <p14:creationId xmlns:p14="http://schemas.microsoft.com/office/powerpoint/2010/main" val="774108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6D2C5-F0B9-93AA-51E2-3A8BEA8A855E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검증과 임베디드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0953B-D38C-E0CC-DA1F-CE549E248187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EB72F-329E-B16B-7622-87114A54F57B}"/>
              </a:ext>
            </a:extLst>
          </p:cNvPr>
          <p:cNvSpPr txBox="1"/>
          <p:nvPr/>
        </p:nvSpPr>
        <p:spPr>
          <a:xfrm>
            <a:off x="685800" y="14859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1D93-D117-5399-156E-CE5F50C7A468}"/>
              </a:ext>
            </a:extLst>
          </p:cNvPr>
          <p:cNvSpPr txBox="1"/>
          <p:nvPr/>
        </p:nvSpPr>
        <p:spPr>
          <a:xfrm>
            <a:off x="685800" y="22987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단위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주기와 정답 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label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조건에서 두 모델 재학습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비교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43A82-3D4F-8313-2F34-D8A9065E4C9C}"/>
              </a:ext>
            </a:extLst>
          </p:cNvPr>
          <p:cNvSpPr txBox="1"/>
          <p:nvPr/>
        </p:nvSpPr>
        <p:spPr>
          <a:xfrm>
            <a:off x="685800" y="3937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임베디드 적용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0554FB-1A3D-D357-7A72-F8653E354601}"/>
              </a:ext>
            </a:extLst>
          </p:cNvPr>
          <p:cNvSpPr txBox="1"/>
          <p:nvPr/>
        </p:nvSpPr>
        <p:spPr>
          <a:xfrm>
            <a:off x="685800" y="4749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경량화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 및 링 버퍼 연결</a:t>
            </a:r>
          </a:p>
          <a:p>
            <a:pPr>
              <a:spcAft>
                <a:spcPts val="800"/>
              </a:spcAft>
            </a:pP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MCU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메모리와 실행시간 실측</a:t>
            </a:r>
          </a:p>
        </p:txBody>
      </p:sp>
    </p:spTree>
    <p:extLst>
      <p:ext uri="{BB962C8B-B14F-4D97-AF65-F5344CB8AC3E}">
        <p14:creationId xmlns:p14="http://schemas.microsoft.com/office/powerpoint/2010/main" val="68705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1458</Words>
  <Application>Microsoft Office PowerPoint</Application>
  <PresentationFormat>와이드스크린</PresentationFormat>
  <Paragraphs>191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경식 방</dc:creator>
  <cp:lastModifiedBy>경식 방</cp:lastModifiedBy>
  <cp:revision>2</cp:revision>
  <dcterms:created xsi:type="dcterms:W3CDTF">2026-10-06T19:07:32Z</dcterms:created>
  <dcterms:modified xsi:type="dcterms:W3CDTF">2026-10-06T19:15:01Z</dcterms:modified>
</cp:coreProperties>
</file>