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0.6859554147720337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4396311"/>
              </p:ext>
            </p:extLst>
          </p:nvPr>
        </p:nvGraphicFramePr>
        <p:xfrm>
          <a:off x="685800" y="1549400"/>
          <a:ext cx="5334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Office PowerPoint</Application>
  <PresentationFormat>와이드스크린</PresentationFormat>
  <Paragraphs>191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3</cp:revision>
  <dcterms:created xsi:type="dcterms:W3CDTF">2026-10-06T19:07:32Z</dcterms:created>
  <dcterms:modified xsi:type="dcterms:W3CDTF">2026-10-06T19:19:55Z</dcterms:modified>
</cp:coreProperties>
</file>