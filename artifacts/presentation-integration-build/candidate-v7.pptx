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대지전위 a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Data!$A$2:$A$601</c:f>
              <c:numCache>
                <c:formatCode>General</c:formatCode>
                <c:ptCount val="60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  <c:pt idx="208">
                  <c:v>20.8</c:v>
                </c:pt>
                <c:pt idx="209">
                  <c:v>20.9</c:v>
                </c:pt>
                <c:pt idx="210">
                  <c:v>21</c:v>
                </c:pt>
                <c:pt idx="211">
                  <c:v>21.1</c:v>
                </c:pt>
                <c:pt idx="212">
                  <c:v>21.2</c:v>
                </c:pt>
                <c:pt idx="213">
                  <c:v>21.3</c:v>
                </c:pt>
                <c:pt idx="214">
                  <c:v>21.4</c:v>
                </c:pt>
                <c:pt idx="215">
                  <c:v>21.5</c:v>
                </c:pt>
                <c:pt idx="216">
                  <c:v>21.6</c:v>
                </c:pt>
                <c:pt idx="217">
                  <c:v>21.7</c:v>
                </c:pt>
                <c:pt idx="218">
                  <c:v>21.8</c:v>
                </c:pt>
                <c:pt idx="219">
                  <c:v>21.9</c:v>
                </c:pt>
                <c:pt idx="220">
                  <c:v>22</c:v>
                </c:pt>
                <c:pt idx="221">
                  <c:v>22.1</c:v>
                </c:pt>
                <c:pt idx="222">
                  <c:v>22.2</c:v>
                </c:pt>
                <c:pt idx="223">
                  <c:v>22.3</c:v>
                </c:pt>
                <c:pt idx="224">
                  <c:v>22.4</c:v>
                </c:pt>
                <c:pt idx="225">
                  <c:v>22.5</c:v>
                </c:pt>
                <c:pt idx="226">
                  <c:v>22.6</c:v>
                </c:pt>
                <c:pt idx="227">
                  <c:v>22.7</c:v>
                </c:pt>
                <c:pt idx="228">
                  <c:v>22.8</c:v>
                </c:pt>
                <c:pt idx="229">
                  <c:v>22.9</c:v>
                </c:pt>
                <c:pt idx="230">
                  <c:v>23</c:v>
                </c:pt>
                <c:pt idx="231">
                  <c:v>23.1</c:v>
                </c:pt>
                <c:pt idx="232">
                  <c:v>23.2</c:v>
                </c:pt>
                <c:pt idx="233">
                  <c:v>23.3</c:v>
                </c:pt>
                <c:pt idx="234">
                  <c:v>23.4</c:v>
                </c:pt>
                <c:pt idx="235">
                  <c:v>23.5</c:v>
                </c:pt>
                <c:pt idx="236">
                  <c:v>23.6</c:v>
                </c:pt>
                <c:pt idx="237">
                  <c:v>23.7</c:v>
                </c:pt>
                <c:pt idx="238">
                  <c:v>23.8</c:v>
                </c:pt>
                <c:pt idx="239">
                  <c:v>23.9</c:v>
                </c:pt>
                <c:pt idx="240">
                  <c:v>24</c:v>
                </c:pt>
                <c:pt idx="241">
                  <c:v>24.1</c:v>
                </c:pt>
                <c:pt idx="242">
                  <c:v>24.2</c:v>
                </c:pt>
                <c:pt idx="243">
                  <c:v>24.3</c:v>
                </c:pt>
                <c:pt idx="244">
                  <c:v>24.4</c:v>
                </c:pt>
                <c:pt idx="245">
                  <c:v>24.5</c:v>
                </c:pt>
                <c:pt idx="246">
                  <c:v>24.6</c:v>
                </c:pt>
                <c:pt idx="247">
                  <c:v>24.7</c:v>
                </c:pt>
                <c:pt idx="248">
                  <c:v>24.8</c:v>
                </c:pt>
                <c:pt idx="249">
                  <c:v>24.9</c:v>
                </c:pt>
                <c:pt idx="250">
                  <c:v>25</c:v>
                </c:pt>
                <c:pt idx="251">
                  <c:v>25.1</c:v>
                </c:pt>
                <c:pt idx="252">
                  <c:v>25.2</c:v>
                </c:pt>
                <c:pt idx="253">
                  <c:v>25.3</c:v>
                </c:pt>
                <c:pt idx="254">
                  <c:v>25.4</c:v>
                </c:pt>
                <c:pt idx="255">
                  <c:v>25.5</c:v>
                </c:pt>
                <c:pt idx="256">
                  <c:v>25.6</c:v>
                </c:pt>
                <c:pt idx="257">
                  <c:v>25.7</c:v>
                </c:pt>
                <c:pt idx="258">
                  <c:v>25.8</c:v>
                </c:pt>
                <c:pt idx="259">
                  <c:v>25.9</c:v>
                </c:pt>
                <c:pt idx="260">
                  <c:v>26</c:v>
                </c:pt>
                <c:pt idx="261">
                  <c:v>26.1</c:v>
                </c:pt>
                <c:pt idx="262">
                  <c:v>26.2</c:v>
                </c:pt>
                <c:pt idx="263">
                  <c:v>26.3</c:v>
                </c:pt>
                <c:pt idx="264">
                  <c:v>26.4</c:v>
                </c:pt>
                <c:pt idx="265">
                  <c:v>26.5</c:v>
                </c:pt>
                <c:pt idx="266">
                  <c:v>26.6</c:v>
                </c:pt>
                <c:pt idx="267">
                  <c:v>26.7</c:v>
                </c:pt>
                <c:pt idx="268">
                  <c:v>26.8</c:v>
                </c:pt>
                <c:pt idx="269">
                  <c:v>26.9</c:v>
                </c:pt>
                <c:pt idx="270">
                  <c:v>27</c:v>
                </c:pt>
                <c:pt idx="271">
                  <c:v>27.1</c:v>
                </c:pt>
                <c:pt idx="272">
                  <c:v>27.2</c:v>
                </c:pt>
                <c:pt idx="273">
                  <c:v>27.3</c:v>
                </c:pt>
                <c:pt idx="274">
                  <c:v>27.4</c:v>
                </c:pt>
                <c:pt idx="275">
                  <c:v>27.5</c:v>
                </c:pt>
                <c:pt idx="276">
                  <c:v>27.6</c:v>
                </c:pt>
                <c:pt idx="277">
                  <c:v>27.7</c:v>
                </c:pt>
                <c:pt idx="278">
                  <c:v>27.8</c:v>
                </c:pt>
                <c:pt idx="279">
                  <c:v>27.9</c:v>
                </c:pt>
                <c:pt idx="280">
                  <c:v>28</c:v>
                </c:pt>
                <c:pt idx="281">
                  <c:v>28.1</c:v>
                </c:pt>
                <c:pt idx="282">
                  <c:v>28.2</c:v>
                </c:pt>
                <c:pt idx="283">
                  <c:v>28.3</c:v>
                </c:pt>
                <c:pt idx="284">
                  <c:v>28.4</c:v>
                </c:pt>
                <c:pt idx="285">
                  <c:v>28.5</c:v>
                </c:pt>
                <c:pt idx="286">
                  <c:v>28.6</c:v>
                </c:pt>
                <c:pt idx="287">
                  <c:v>28.7</c:v>
                </c:pt>
                <c:pt idx="288">
                  <c:v>28.8</c:v>
                </c:pt>
                <c:pt idx="289">
                  <c:v>28.9</c:v>
                </c:pt>
                <c:pt idx="290">
                  <c:v>29</c:v>
                </c:pt>
                <c:pt idx="291">
                  <c:v>29.1</c:v>
                </c:pt>
                <c:pt idx="292">
                  <c:v>29.2</c:v>
                </c:pt>
                <c:pt idx="293">
                  <c:v>29.3</c:v>
                </c:pt>
                <c:pt idx="294">
                  <c:v>29.4</c:v>
                </c:pt>
                <c:pt idx="295">
                  <c:v>29.5</c:v>
                </c:pt>
                <c:pt idx="296">
                  <c:v>29.6</c:v>
                </c:pt>
                <c:pt idx="297">
                  <c:v>29.7</c:v>
                </c:pt>
                <c:pt idx="298">
                  <c:v>29.8</c:v>
                </c:pt>
                <c:pt idx="299">
                  <c:v>29.9</c:v>
                </c:pt>
                <c:pt idx="300">
                  <c:v>30</c:v>
                </c:pt>
                <c:pt idx="301">
                  <c:v>30.1</c:v>
                </c:pt>
                <c:pt idx="302">
                  <c:v>30.2</c:v>
                </c:pt>
                <c:pt idx="303">
                  <c:v>30.3</c:v>
                </c:pt>
                <c:pt idx="304">
                  <c:v>30.4</c:v>
                </c:pt>
                <c:pt idx="305">
                  <c:v>30.5</c:v>
                </c:pt>
                <c:pt idx="306">
                  <c:v>30.6</c:v>
                </c:pt>
                <c:pt idx="307">
                  <c:v>30.7</c:v>
                </c:pt>
                <c:pt idx="308">
                  <c:v>30.8</c:v>
                </c:pt>
                <c:pt idx="309">
                  <c:v>30.9</c:v>
                </c:pt>
                <c:pt idx="310">
                  <c:v>31</c:v>
                </c:pt>
                <c:pt idx="311">
                  <c:v>31.1</c:v>
                </c:pt>
                <c:pt idx="312">
                  <c:v>31.2</c:v>
                </c:pt>
                <c:pt idx="313">
                  <c:v>31.3</c:v>
                </c:pt>
                <c:pt idx="314">
                  <c:v>31.4</c:v>
                </c:pt>
                <c:pt idx="315">
                  <c:v>31.5</c:v>
                </c:pt>
                <c:pt idx="316">
                  <c:v>31.6</c:v>
                </c:pt>
                <c:pt idx="317">
                  <c:v>31.7</c:v>
                </c:pt>
                <c:pt idx="318">
                  <c:v>31.8</c:v>
                </c:pt>
                <c:pt idx="319">
                  <c:v>31.9</c:v>
                </c:pt>
                <c:pt idx="320">
                  <c:v>32</c:v>
                </c:pt>
                <c:pt idx="321">
                  <c:v>32.1</c:v>
                </c:pt>
                <c:pt idx="322">
                  <c:v>32.200000000000003</c:v>
                </c:pt>
                <c:pt idx="323">
                  <c:v>32.299999999999997</c:v>
                </c:pt>
                <c:pt idx="324">
                  <c:v>32.4</c:v>
                </c:pt>
                <c:pt idx="325">
                  <c:v>32.5</c:v>
                </c:pt>
                <c:pt idx="326">
                  <c:v>32.6</c:v>
                </c:pt>
                <c:pt idx="327">
                  <c:v>32.700000000000003</c:v>
                </c:pt>
                <c:pt idx="328">
                  <c:v>32.799999999999997</c:v>
                </c:pt>
                <c:pt idx="329">
                  <c:v>32.9</c:v>
                </c:pt>
                <c:pt idx="330">
                  <c:v>33</c:v>
                </c:pt>
                <c:pt idx="331">
                  <c:v>33.1</c:v>
                </c:pt>
                <c:pt idx="332">
                  <c:v>33.200000000000003</c:v>
                </c:pt>
                <c:pt idx="333">
                  <c:v>33.299999999999997</c:v>
                </c:pt>
                <c:pt idx="334">
                  <c:v>33.4</c:v>
                </c:pt>
                <c:pt idx="335">
                  <c:v>33.5</c:v>
                </c:pt>
                <c:pt idx="336">
                  <c:v>33.6</c:v>
                </c:pt>
                <c:pt idx="337">
                  <c:v>33.700000000000003</c:v>
                </c:pt>
                <c:pt idx="338">
                  <c:v>33.799999999999997</c:v>
                </c:pt>
                <c:pt idx="339">
                  <c:v>33.9</c:v>
                </c:pt>
                <c:pt idx="340">
                  <c:v>34</c:v>
                </c:pt>
                <c:pt idx="341">
                  <c:v>34.1</c:v>
                </c:pt>
                <c:pt idx="342">
                  <c:v>34.200000000000003</c:v>
                </c:pt>
                <c:pt idx="343">
                  <c:v>34.299999999999997</c:v>
                </c:pt>
                <c:pt idx="344">
                  <c:v>34.4</c:v>
                </c:pt>
                <c:pt idx="345">
                  <c:v>34.5</c:v>
                </c:pt>
                <c:pt idx="346">
                  <c:v>34.6</c:v>
                </c:pt>
                <c:pt idx="347">
                  <c:v>34.700000000000003</c:v>
                </c:pt>
                <c:pt idx="348">
                  <c:v>34.799999999999997</c:v>
                </c:pt>
                <c:pt idx="349">
                  <c:v>34.9</c:v>
                </c:pt>
                <c:pt idx="350">
                  <c:v>35</c:v>
                </c:pt>
                <c:pt idx="351">
                  <c:v>35.1</c:v>
                </c:pt>
                <c:pt idx="352">
                  <c:v>35.200000000000003</c:v>
                </c:pt>
                <c:pt idx="353">
                  <c:v>35.299999999999997</c:v>
                </c:pt>
                <c:pt idx="354">
                  <c:v>35.4</c:v>
                </c:pt>
                <c:pt idx="355">
                  <c:v>35.5</c:v>
                </c:pt>
                <c:pt idx="356">
                  <c:v>35.6</c:v>
                </c:pt>
                <c:pt idx="357">
                  <c:v>35.700000000000003</c:v>
                </c:pt>
                <c:pt idx="358">
                  <c:v>35.799999999999997</c:v>
                </c:pt>
                <c:pt idx="359">
                  <c:v>35.9</c:v>
                </c:pt>
                <c:pt idx="360">
                  <c:v>36</c:v>
                </c:pt>
                <c:pt idx="361">
                  <c:v>36.1</c:v>
                </c:pt>
                <c:pt idx="362">
                  <c:v>36.200000000000003</c:v>
                </c:pt>
                <c:pt idx="363">
                  <c:v>36.299999999999997</c:v>
                </c:pt>
                <c:pt idx="364">
                  <c:v>36.4</c:v>
                </c:pt>
                <c:pt idx="365">
                  <c:v>36.5</c:v>
                </c:pt>
                <c:pt idx="366">
                  <c:v>36.6</c:v>
                </c:pt>
                <c:pt idx="367">
                  <c:v>36.700000000000003</c:v>
                </c:pt>
                <c:pt idx="368">
                  <c:v>36.799999999999997</c:v>
                </c:pt>
                <c:pt idx="369">
                  <c:v>36.9</c:v>
                </c:pt>
                <c:pt idx="370">
                  <c:v>37</c:v>
                </c:pt>
                <c:pt idx="371">
                  <c:v>37.1</c:v>
                </c:pt>
                <c:pt idx="372">
                  <c:v>37.200000000000003</c:v>
                </c:pt>
                <c:pt idx="373">
                  <c:v>37.299999999999997</c:v>
                </c:pt>
                <c:pt idx="374">
                  <c:v>37.4</c:v>
                </c:pt>
                <c:pt idx="375">
                  <c:v>37.5</c:v>
                </c:pt>
                <c:pt idx="376">
                  <c:v>37.6</c:v>
                </c:pt>
                <c:pt idx="377">
                  <c:v>37.700000000000003</c:v>
                </c:pt>
                <c:pt idx="378">
                  <c:v>37.799999999999997</c:v>
                </c:pt>
                <c:pt idx="379">
                  <c:v>37.9</c:v>
                </c:pt>
                <c:pt idx="380">
                  <c:v>38</c:v>
                </c:pt>
                <c:pt idx="381">
                  <c:v>38.1</c:v>
                </c:pt>
                <c:pt idx="382">
                  <c:v>38.200000000000003</c:v>
                </c:pt>
                <c:pt idx="383">
                  <c:v>38.299999999999997</c:v>
                </c:pt>
                <c:pt idx="384">
                  <c:v>38.4</c:v>
                </c:pt>
                <c:pt idx="385">
                  <c:v>38.5</c:v>
                </c:pt>
                <c:pt idx="386">
                  <c:v>38.6</c:v>
                </c:pt>
                <c:pt idx="387">
                  <c:v>38.700000000000003</c:v>
                </c:pt>
                <c:pt idx="388">
                  <c:v>38.799999999999997</c:v>
                </c:pt>
                <c:pt idx="389">
                  <c:v>38.9</c:v>
                </c:pt>
                <c:pt idx="390">
                  <c:v>39</c:v>
                </c:pt>
                <c:pt idx="391">
                  <c:v>39.1</c:v>
                </c:pt>
                <c:pt idx="392">
                  <c:v>39.200000000000003</c:v>
                </c:pt>
                <c:pt idx="393">
                  <c:v>39.299999999999997</c:v>
                </c:pt>
                <c:pt idx="394">
                  <c:v>39.4</c:v>
                </c:pt>
                <c:pt idx="395">
                  <c:v>39.5</c:v>
                </c:pt>
                <c:pt idx="396">
                  <c:v>39.6</c:v>
                </c:pt>
                <c:pt idx="397">
                  <c:v>39.700000000000003</c:v>
                </c:pt>
                <c:pt idx="398">
                  <c:v>39.799999999999997</c:v>
                </c:pt>
                <c:pt idx="399">
                  <c:v>39.9</c:v>
                </c:pt>
                <c:pt idx="400">
                  <c:v>40</c:v>
                </c:pt>
                <c:pt idx="401">
                  <c:v>40.1</c:v>
                </c:pt>
                <c:pt idx="402">
                  <c:v>40.200000000000003</c:v>
                </c:pt>
                <c:pt idx="403">
                  <c:v>40.299999999999997</c:v>
                </c:pt>
                <c:pt idx="404">
                  <c:v>40.4</c:v>
                </c:pt>
                <c:pt idx="405">
                  <c:v>40.5</c:v>
                </c:pt>
                <c:pt idx="406">
                  <c:v>40.6</c:v>
                </c:pt>
                <c:pt idx="407">
                  <c:v>40.700000000000003</c:v>
                </c:pt>
                <c:pt idx="408">
                  <c:v>40.799999999999997</c:v>
                </c:pt>
                <c:pt idx="409">
                  <c:v>40.9</c:v>
                </c:pt>
                <c:pt idx="410">
                  <c:v>41</c:v>
                </c:pt>
                <c:pt idx="411">
                  <c:v>41.1</c:v>
                </c:pt>
                <c:pt idx="412">
                  <c:v>41.2</c:v>
                </c:pt>
                <c:pt idx="413">
                  <c:v>41.3</c:v>
                </c:pt>
                <c:pt idx="414">
                  <c:v>41.4</c:v>
                </c:pt>
                <c:pt idx="415">
                  <c:v>41.5</c:v>
                </c:pt>
                <c:pt idx="416">
                  <c:v>41.6</c:v>
                </c:pt>
                <c:pt idx="417">
                  <c:v>41.7</c:v>
                </c:pt>
                <c:pt idx="418">
                  <c:v>41.8</c:v>
                </c:pt>
                <c:pt idx="419">
                  <c:v>41.9</c:v>
                </c:pt>
                <c:pt idx="420">
                  <c:v>42</c:v>
                </c:pt>
                <c:pt idx="421">
                  <c:v>42.1</c:v>
                </c:pt>
                <c:pt idx="422">
                  <c:v>42.2</c:v>
                </c:pt>
                <c:pt idx="423">
                  <c:v>42.3</c:v>
                </c:pt>
                <c:pt idx="424">
                  <c:v>42.4</c:v>
                </c:pt>
                <c:pt idx="425">
                  <c:v>42.5</c:v>
                </c:pt>
                <c:pt idx="426">
                  <c:v>42.6</c:v>
                </c:pt>
                <c:pt idx="427">
                  <c:v>42.7</c:v>
                </c:pt>
                <c:pt idx="428">
                  <c:v>42.8</c:v>
                </c:pt>
                <c:pt idx="429">
                  <c:v>42.9</c:v>
                </c:pt>
                <c:pt idx="430">
                  <c:v>43</c:v>
                </c:pt>
                <c:pt idx="431">
                  <c:v>43.1</c:v>
                </c:pt>
                <c:pt idx="432">
                  <c:v>43.2</c:v>
                </c:pt>
                <c:pt idx="433">
                  <c:v>43.3</c:v>
                </c:pt>
                <c:pt idx="434">
                  <c:v>43.4</c:v>
                </c:pt>
                <c:pt idx="435">
                  <c:v>43.5</c:v>
                </c:pt>
                <c:pt idx="436">
                  <c:v>43.6</c:v>
                </c:pt>
                <c:pt idx="437">
                  <c:v>43.7</c:v>
                </c:pt>
                <c:pt idx="438">
                  <c:v>43.8</c:v>
                </c:pt>
                <c:pt idx="439">
                  <c:v>43.9</c:v>
                </c:pt>
                <c:pt idx="440">
                  <c:v>44</c:v>
                </c:pt>
                <c:pt idx="441">
                  <c:v>44.1</c:v>
                </c:pt>
                <c:pt idx="442">
                  <c:v>44.2</c:v>
                </c:pt>
                <c:pt idx="443">
                  <c:v>44.3</c:v>
                </c:pt>
                <c:pt idx="444">
                  <c:v>44.4</c:v>
                </c:pt>
                <c:pt idx="445">
                  <c:v>44.5</c:v>
                </c:pt>
                <c:pt idx="446">
                  <c:v>44.6</c:v>
                </c:pt>
                <c:pt idx="447">
                  <c:v>44.7</c:v>
                </c:pt>
                <c:pt idx="448">
                  <c:v>44.8</c:v>
                </c:pt>
                <c:pt idx="449">
                  <c:v>44.9</c:v>
                </c:pt>
                <c:pt idx="450">
                  <c:v>45</c:v>
                </c:pt>
                <c:pt idx="451">
                  <c:v>45.1</c:v>
                </c:pt>
                <c:pt idx="452">
                  <c:v>45.2</c:v>
                </c:pt>
                <c:pt idx="453">
                  <c:v>45.3</c:v>
                </c:pt>
                <c:pt idx="454">
                  <c:v>45.4</c:v>
                </c:pt>
                <c:pt idx="455">
                  <c:v>45.5</c:v>
                </c:pt>
                <c:pt idx="456">
                  <c:v>45.6</c:v>
                </c:pt>
                <c:pt idx="457">
                  <c:v>45.7</c:v>
                </c:pt>
                <c:pt idx="458">
                  <c:v>45.8</c:v>
                </c:pt>
                <c:pt idx="459">
                  <c:v>45.9</c:v>
                </c:pt>
                <c:pt idx="460">
                  <c:v>46</c:v>
                </c:pt>
                <c:pt idx="461">
                  <c:v>46.1</c:v>
                </c:pt>
                <c:pt idx="462">
                  <c:v>46.2</c:v>
                </c:pt>
                <c:pt idx="463">
                  <c:v>46.3</c:v>
                </c:pt>
                <c:pt idx="464">
                  <c:v>46.4</c:v>
                </c:pt>
                <c:pt idx="465">
                  <c:v>46.5</c:v>
                </c:pt>
                <c:pt idx="466">
                  <c:v>46.6</c:v>
                </c:pt>
                <c:pt idx="467">
                  <c:v>46.7</c:v>
                </c:pt>
                <c:pt idx="468">
                  <c:v>46.8</c:v>
                </c:pt>
                <c:pt idx="469">
                  <c:v>46.9</c:v>
                </c:pt>
                <c:pt idx="470">
                  <c:v>47</c:v>
                </c:pt>
                <c:pt idx="471">
                  <c:v>47.1</c:v>
                </c:pt>
                <c:pt idx="472">
                  <c:v>47.2</c:v>
                </c:pt>
                <c:pt idx="473">
                  <c:v>47.3</c:v>
                </c:pt>
                <c:pt idx="474">
                  <c:v>47.4</c:v>
                </c:pt>
                <c:pt idx="475">
                  <c:v>47.5</c:v>
                </c:pt>
                <c:pt idx="476">
                  <c:v>47.6</c:v>
                </c:pt>
                <c:pt idx="477">
                  <c:v>47.7</c:v>
                </c:pt>
                <c:pt idx="478">
                  <c:v>47.8</c:v>
                </c:pt>
                <c:pt idx="479">
                  <c:v>47.9</c:v>
                </c:pt>
                <c:pt idx="480">
                  <c:v>48</c:v>
                </c:pt>
                <c:pt idx="481">
                  <c:v>48.1</c:v>
                </c:pt>
                <c:pt idx="482">
                  <c:v>48.2</c:v>
                </c:pt>
                <c:pt idx="483">
                  <c:v>48.3</c:v>
                </c:pt>
                <c:pt idx="484">
                  <c:v>48.4</c:v>
                </c:pt>
                <c:pt idx="485">
                  <c:v>48.5</c:v>
                </c:pt>
                <c:pt idx="486">
                  <c:v>48.6</c:v>
                </c:pt>
                <c:pt idx="487">
                  <c:v>48.7</c:v>
                </c:pt>
                <c:pt idx="488">
                  <c:v>48.8</c:v>
                </c:pt>
                <c:pt idx="489">
                  <c:v>48.9</c:v>
                </c:pt>
                <c:pt idx="490">
                  <c:v>49</c:v>
                </c:pt>
                <c:pt idx="491">
                  <c:v>49.1</c:v>
                </c:pt>
                <c:pt idx="492">
                  <c:v>49.2</c:v>
                </c:pt>
                <c:pt idx="493">
                  <c:v>49.3</c:v>
                </c:pt>
                <c:pt idx="494">
                  <c:v>49.4</c:v>
                </c:pt>
                <c:pt idx="495">
                  <c:v>49.5</c:v>
                </c:pt>
                <c:pt idx="496">
                  <c:v>49.6</c:v>
                </c:pt>
                <c:pt idx="497">
                  <c:v>49.7</c:v>
                </c:pt>
                <c:pt idx="498">
                  <c:v>49.8</c:v>
                </c:pt>
                <c:pt idx="499">
                  <c:v>49.9</c:v>
                </c:pt>
                <c:pt idx="500">
                  <c:v>50</c:v>
                </c:pt>
                <c:pt idx="501">
                  <c:v>50.1</c:v>
                </c:pt>
                <c:pt idx="502">
                  <c:v>50.2</c:v>
                </c:pt>
                <c:pt idx="503">
                  <c:v>50.3</c:v>
                </c:pt>
                <c:pt idx="504">
                  <c:v>50.4</c:v>
                </c:pt>
                <c:pt idx="505">
                  <c:v>50.5</c:v>
                </c:pt>
                <c:pt idx="506">
                  <c:v>50.6</c:v>
                </c:pt>
                <c:pt idx="507">
                  <c:v>50.7</c:v>
                </c:pt>
                <c:pt idx="508">
                  <c:v>50.8</c:v>
                </c:pt>
                <c:pt idx="509">
                  <c:v>50.9</c:v>
                </c:pt>
                <c:pt idx="510">
                  <c:v>51</c:v>
                </c:pt>
                <c:pt idx="511">
                  <c:v>51.1</c:v>
                </c:pt>
                <c:pt idx="512">
                  <c:v>51.2</c:v>
                </c:pt>
                <c:pt idx="513">
                  <c:v>51.3</c:v>
                </c:pt>
                <c:pt idx="514">
                  <c:v>51.4</c:v>
                </c:pt>
                <c:pt idx="515">
                  <c:v>51.5</c:v>
                </c:pt>
                <c:pt idx="516">
                  <c:v>51.6</c:v>
                </c:pt>
                <c:pt idx="517">
                  <c:v>51.7</c:v>
                </c:pt>
                <c:pt idx="518">
                  <c:v>51.8</c:v>
                </c:pt>
                <c:pt idx="519">
                  <c:v>51.9</c:v>
                </c:pt>
                <c:pt idx="520">
                  <c:v>52</c:v>
                </c:pt>
                <c:pt idx="521">
                  <c:v>52.1</c:v>
                </c:pt>
                <c:pt idx="522">
                  <c:v>52.2</c:v>
                </c:pt>
                <c:pt idx="523">
                  <c:v>52.3</c:v>
                </c:pt>
                <c:pt idx="524">
                  <c:v>52.4</c:v>
                </c:pt>
                <c:pt idx="525">
                  <c:v>52.5</c:v>
                </c:pt>
                <c:pt idx="526">
                  <c:v>52.6</c:v>
                </c:pt>
                <c:pt idx="527">
                  <c:v>52.7</c:v>
                </c:pt>
                <c:pt idx="528">
                  <c:v>52.8</c:v>
                </c:pt>
                <c:pt idx="529">
                  <c:v>52.9</c:v>
                </c:pt>
                <c:pt idx="530">
                  <c:v>53</c:v>
                </c:pt>
                <c:pt idx="531">
                  <c:v>53.1</c:v>
                </c:pt>
                <c:pt idx="532">
                  <c:v>53.2</c:v>
                </c:pt>
                <c:pt idx="533">
                  <c:v>53.3</c:v>
                </c:pt>
                <c:pt idx="534">
                  <c:v>53.4</c:v>
                </c:pt>
                <c:pt idx="535">
                  <c:v>53.5</c:v>
                </c:pt>
                <c:pt idx="536">
                  <c:v>53.6</c:v>
                </c:pt>
                <c:pt idx="537">
                  <c:v>53.7</c:v>
                </c:pt>
                <c:pt idx="538">
                  <c:v>53.8</c:v>
                </c:pt>
                <c:pt idx="539">
                  <c:v>53.9</c:v>
                </c:pt>
                <c:pt idx="540">
                  <c:v>54</c:v>
                </c:pt>
                <c:pt idx="541">
                  <c:v>54.1</c:v>
                </c:pt>
                <c:pt idx="542">
                  <c:v>54.2</c:v>
                </c:pt>
                <c:pt idx="543">
                  <c:v>54.3</c:v>
                </c:pt>
                <c:pt idx="544">
                  <c:v>54.4</c:v>
                </c:pt>
                <c:pt idx="545">
                  <c:v>54.5</c:v>
                </c:pt>
                <c:pt idx="546">
                  <c:v>54.6</c:v>
                </c:pt>
                <c:pt idx="547">
                  <c:v>54.7</c:v>
                </c:pt>
                <c:pt idx="548">
                  <c:v>54.8</c:v>
                </c:pt>
                <c:pt idx="549">
                  <c:v>54.9</c:v>
                </c:pt>
                <c:pt idx="550">
                  <c:v>55</c:v>
                </c:pt>
                <c:pt idx="551">
                  <c:v>55.1</c:v>
                </c:pt>
                <c:pt idx="552">
                  <c:v>55.2</c:v>
                </c:pt>
                <c:pt idx="553">
                  <c:v>55.3</c:v>
                </c:pt>
                <c:pt idx="554">
                  <c:v>55.4</c:v>
                </c:pt>
                <c:pt idx="555">
                  <c:v>55.5</c:v>
                </c:pt>
                <c:pt idx="556">
                  <c:v>55.6</c:v>
                </c:pt>
                <c:pt idx="557">
                  <c:v>55.7</c:v>
                </c:pt>
                <c:pt idx="558">
                  <c:v>55.8</c:v>
                </c:pt>
                <c:pt idx="559">
                  <c:v>55.9</c:v>
                </c:pt>
                <c:pt idx="560">
                  <c:v>56</c:v>
                </c:pt>
                <c:pt idx="561">
                  <c:v>56.1</c:v>
                </c:pt>
                <c:pt idx="562">
                  <c:v>56.2</c:v>
                </c:pt>
                <c:pt idx="563">
                  <c:v>56.3</c:v>
                </c:pt>
                <c:pt idx="564">
                  <c:v>56.4</c:v>
                </c:pt>
                <c:pt idx="565">
                  <c:v>56.5</c:v>
                </c:pt>
                <c:pt idx="566">
                  <c:v>56.6</c:v>
                </c:pt>
                <c:pt idx="567">
                  <c:v>56.7</c:v>
                </c:pt>
                <c:pt idx="568">
                  <c:v>56.8</c:v>
                </c:pt>
                <c:pt idx="569">
                  <c:v>56.9</c:v>
                </c:pt>
                <c:pt idx="570">
                  <c:v>57</c:v>
                </c:pt>
                <c:pt idx="571">
                  <c:v>57.1</c:v>
                </c:pt>
                <c:pt idx="572">
                  <c:v>57.2</c:v>
                </c:pt>
                <c:pt idx="573">
                  <c:v>57.3</c:v>
                </c:pt>
                <c:pt idx="574">
                  <c:v>57.4</c:v>
                </c:pt>
                <c:pt idx="575">
                  <c:v>57.5</c:v>
                </c:pt>
                <c:pt idx="576">
                  <c:v>57.6</c:v>
                </c:pt>
                <c:pt idx="577">
                  <c:v>57.7</c:v>
                </c:pt>
                <c:pt idx="578">
                  <c:v>57.8</c:v>
                </c:pt>
                <c:pt idx="579">
                  <c:v>57.9</c:v>
                </c:pt>
                <c:pt idx="580">
                  <c:v>58</c:v>
                </c:pt>
                <c:pt idx="581">
                  <c:v>58.1</c:v>
                </c:pt>
                <c:pt idx="582">
                  <c:v>58.2</c:v>
                </c:pt>
                <c:pt idx="583">
                  <c:v>58.3</c:v>
                </c:pt>
                <c:pt idx="584">
                  <c:v>58.4</c:v>
                </c:pt>
                <c:pt idx="585">
                  <c:v>58.5</c:v>
                </c:pt>
                <c:pt idx="586">
                  <c:v>58.6</c:v>
                </c:pt>
                <c:pt idx="587">
                  <c:v>58.7</c:v>
                </c:pt>
                <c:pt idx="588">
                  <c:v>58.8</c:v>
                </c:pt>
                <c:pt idx="589">
                  <c:v>58.9</c:v>
                </c:pt>
                <c:pt idx="590">
                  <c:v>59</c:v>
                </c:pt>
                <c:pt idx="591">
                  <c:v>59.1</c:v>
                </c:pt>
                <c:pt idx="592">
                  <c:v>59.2</c:v>
                </c:pt>
                <c:pt idx="593">
                  <c:v>59.3</c:v>
                </c:pt>
                <c:pt idx="594">
                  <c:v>59.4</c:v>
                </c:pt>
                <c:pt idx="595">
                  <c:v>59.5</c:v>
                </c:pt>
                <c:pt idx="596">
                  <c:v>59.6</c:v>
                </c:pt>
                <c:pt idx="597">
                  <c:v>59.7</c:v>
                </c:pt>
                <c:pt idx="598">
                  <c:v>59.8</c:v>
                </c:pt>
                <c:pt idx="599">
                  <c:v>59.9</c:v>
                </c:pt>
              </c:numCache>
            </c:numRef>
          </c:xVal>
          <c:yVal>
            <c:numRef>
              <c:f>Data!$B$2:$B$601</c:f>
              <c:numCache>
                <c:formatCode>General</c:formatCode>
                <c:ptCount val="600"/>
                <c:pt idx="0">
                  <c:v>0.53660282999951481</c:v>
                </c:pt>
                <c:pt idx="1">
                  <c:v>0.5692392274514918</c:v>
                </c:pt>
                <c:pt idx="2">
                  <c:v>0.58750054846620525</c:v>
                </c:pt>
                <c:pt idx="3">
                  <c:v>0.53873103969881342</c:v>
                </c:pt>
                <c:pt idx="4">
                  <c:v>0.58883018355460492</c:v>
                </c:pt>
                <c:pt idx="5">
                  <c:v>0.61559461216292999</c:v>
                </c:pt>
                <c:pt idx="6">
                  <c:v>0.54733241520836251</c:v>
                </c:pt>
                <c:pt idx="7">
                  <c:v>0.55217776163704757</c:v>
                </c:pt>
                <c:pt idx="8">
                  <c:v>0.52856394600374434</c:v>
                </c:pt>
                <c:pt idx="9">
                  <c:v>0.57174965309397408</c:v>
                </c:pt>
                <c:pt idx="10">
                  <c:v>0.54627575478325485</c:v>
                </c:pt>
                <c:pt idx="11">
                  <c:v>0.59284884813192562</c:v>
                </c:pt>
                <c:pt idx="12">
                  <c:v>0.56921258652822082</c:v>
                </c:pt>
                <c:pt idx="13">
                  <c:v>0.56488627183604567</c:v>
                </c:pt>
                <c:pt idx="14">
                  <c:v>0.60834171335597464</c:v>
                </c:pt>
                <c:pt idx="15">
                  <c:v>0.57811380845835547</c:v>
                </c:pt>
                <c:pt idx="16">
                  <c:v>0.54509239853656644</c:v>
                </c:pt>
                <c:pt idx="17">
                  <c:v>0.5615589391972442</c:v>
                </c:pt>
                <c:pt idx="18">
                  <c:v>0.57192333260233208</c:v>
                </c:pt>
                <c:pt idx="19">
                  <c:v>0.52737351407924427</c:v>
                </c:pt>
                <c:pt idx="20">
                  <c:v>0.53665640899364497</c:v>
                </c:pt>
                <c:pt idx="21">
                  <c:v>0.57468014852754667</c:v>
                </c:pt>
                <c:pt idx="22">
                  <c:v>0.56733120409201654</c:v>
                </c:pt>
                <c:pt idx="23">
                  <c:v>0.55549901668534929</c:v>
                </c:pt>
                <c:pt idx="24">
                  <c:v>0.5296018175917595</c:v>
                </c:pt>
                <c:pt idx="25">
                  <c:v>0.54093988197094389</c:v>
                </c:pt>
                <c:pt idx="26">
                  <c:v>0.56111535065820206</c:v>
                </c:pt>
                <c:pt idx="27">
                  <c:v>0.52832811817852299</c:v>
                </c:pt>
                <c:pt idx="28">
                  <c:v>0.56647129183264633</c:v>
                </c:pt>
                <c:pt idx="29">
                  <c:v>0.5584639582226838</c:v>
                </c:pt>
                <c:pt idx="30">
                  <c:v>0.52111154582048835</c:v>
                </c:pt>
                <c:pt idx="31">
                  <c:v>0.50995085968903753</c:v>
                </c:pt>
                <c:pt idx="32">
                  <c:v>0.54305559132354941</c:v>
                </c:pt>
                <c:pt idx="33">
                  <c:v>0.49751895345115221</c:v>
                </c:pt>
                <c:pt idx="34">
                  <c:v>0.562657385121068</c:v>
                </c:pt>
                <c:pt idx="35">
                  <c:v>0.53784049683001889</c:v>
                </c:pt>
                <c:pt idx="36">
                  <c:v>0.55172132326715684</c:v>
                </c:pt>
                <c:pt idx="37">
                  <c:v>0.53514545544448677</c:v>
                </c:pt>
                <c:pt idx="38">
                  <c:v>0.54196666833559837</c:v>
                </c:pt>
                <c:pt idx="39">
                  <c:v>0.56114735650107805</c:v>
                </c:pt>
                <c:pt idx="40">
                  <c:v>0.56588751493574929</c:v>
                </c:pt>
                <c:pt idx="41">
                  <c:v>0.50723714198586045</c:v>
                </c:pt>
                <c:pt idx="42">
                  <c:v>0.55483187305473713</c:v>
                </c:pt>
                <c:pt idx="43">
                  <c:v>0.55357778547845116</c:v>
                </c:pt>
                <c:pt idx="44">
                  <c:v>0.57334694138314224</c:v>
                </c:pt>
                <c:pt idx="45">
                  <c:v>0.56197937973416667</c:v>
                </c:pt>
                <c:pt idx="46">
                  <c:v>0.52839925682134825</c:v>
                </c:pt>
                <c:pt idx="47">
                  <c:v>0.56079885511895022</c:v>
                </c:pt>
                <c:pt idx="48">
                  <c:v>0.58384196374417341</c:v>
                </c:pt>
                <c:pt idx="49">
                  <c:v>0.53203034904073354</c:v>
                </c:pt>
                <c:pt idx="50">
                  <c:v>0.54288834647014161</c:v>
                </c:pt>
                <c:pt idx="51">
                  <c:v>0.56167195127874869</c:v>
                </c:pt>
                <c:pt idx="52">
                  <c:v>0.53431693318969153</c:v>
                </c:pt>
                <c:pt idx="53">
                  <c:v>0.58464997670938756</c:v>
                </c:pt>
                <c:pt idx="54">
                  <c:v>0.52003476552261896</c:v>
                </c:pt>
                <c:pt idx="55">
                  <c:v>0.5063950180636474</c:v>
                </c:pt>
                <c:pt idx="56">
                  <c:v>0.53645180875951648</c:v>
                </c:pt>
                <c:pt idx="57">
                  <c:v>0.58174312039368403</c:v>
                </c:pt>
                <c:pt idx="58">
                  <c:v>0.58230353120690403</c:v>
                </c:pt>
                <c:pt idx="59">
                  <c:v>0.55907328038661297</c:v>
                </c:pt>
                <c:pt idx="60">
                  <c:v>0.51188205542134846</c:v>
                </c:pt>
                <c:pt idx="61">
                  <c:v>0.51904831254720085</c:v>
                </c:pt>
                <c:pt idx="62">
                  <c:v>0.59365597837999251</c:v>
                </c:pt>
                <c:pt idx="63">
                  <c:v>0.53874096743207167</c:v>
                </c:pt>
                <c:pt idx="64">
                  <c:v>0.5498019246175837</c:v>
                </c:pt>
                <c:pt idx="65">
                  <c:v>0.59195746522672776</c:v>
                </c:pt>
                <c:pt idx="66">
                  <c:v>0.58803971840051072</c:v>
                </c:pt>
                <c:pt idx="67">
                  <c:v>0.55090851879975355</c:v>
                </c:pt>
                <c:pt idx="68">
                  <c:v>0.51175172159125681</c:v>
                </c:pt>
                <c:pt idx="69">
                  <c:v>0.5157416648385994</c:v>
                </c:pt>
                <c:pt idx="70">
                  <c:v>0.54362297047806984</c:v>
                </c:pt>
                <c:pt idx="71">
                  <c:v>0.58925486555983886</c:v>
                </c:pt>
                <c:pt idx="72">
                  <c:v>0.5565460572915123</c:v>
                </c:pt>
                <c:pt idx="73">
                  <c:v>0.61446162420876616</c:v>
                </c:pt>
                <c:pt idx="74">
                  <c:v>0.55928476425314022</c:v>
                </c:pt>
                <c:pt idx="75">
                  <c:v>0.61334574873681336</c:v>
                </c:pt>
                <c:pt idx="76">
                  <c:v>0.56529342058165033</c:v>
                </c:pt>
                <c:pt idx="77">
                  <c:v>0.56401957232898159</c:v>
                </c:pt>
                <c:pt idx="78">
                  <c:v>0.54957683465539175</c:v>
                </c:pt>
                <c:pt idx="79">
                  <c:v>0.63676196284094377</c:v>
                </c:pt>
                <c:pt idx="80">
                  <c:v>0.56878320426542395</c:v>
                </c:pt>
                <c:pt idx="81">
                  <c:v>0.61358937617517539</c:v>
                </c:pt>
                <c:pt idx="82">
                  <c:v>0.61152632834512755</c:v>
                </c:pt>
                <c:pt idx="83">
                  <c:v>0.61561038467959273</c:v>
                </c:pt>
                <c:pt idx="84">
                  <c:v>0.62332634479131799</c:v>
                </c:pt>
                <c:pt idx="85">
                  <c:v>0.64367291599136522</c:v>
                </c:pt>
                <c:pt idx="86">
                  <c:v>0.6281610833247333</c:v>
                </c:pt>
                <c:pt idx="87">
                  <c:v>0.56775583538490304</c:v>
                </c:pt>
                <c:pt idx="88">
                  <c:v>0.59973203734166802</c:v>
                </c:pt>
                <c:pt idx="89">
                  <c:v>0.63859957268307999</c:v>
                </c:pt>
                <c:pt idx="90">
                  <c:v>0.58411929066313617</c:v>
                </c:pt>
                <c:pt idx="91">
                  <c:v>0.57407116099735267</c:v>
                </c:pt>
                <c:pt idx="92">
                  <c:v>0.55996403024838126</c:v>
                </c:pt>
                <c:pt idx="93">
                  <c:v>0.6209204128362209</c:v>
                </c:pt>
                <c:pt idx="94">
                  <c:v>0.59984445155904664</c:v>
                </c:pt>
                <c:pt idx="95">
                  <c:v>0.61921619461737598</c:v>
                </c:pt>
                <c:pt idx="96">
                  <c:v>0.59330925943967727</c:v>
                </c:pt>
                <c:pt idx="97">
                  <c:v>0.58620706051229421</c:v>
                </c:pt>
                <c:pt idx="98">
                  <c:v>0.58795373752251978</c:v>
                </c:pt>
                <c:pt idx="99">
                  <c:v>0.66692011493143566</c:v>
                </c:pt>
                <c:pt idx="100">
                  <c:v>0.58858380368243246</c:v>
                </c:pt>
                <c:pt idx="101">
                  <c:v>0.62166712708709282</c:v>
                </c:pt>
                <c:pt idx="102">
                  <c:v>0.60990468627391814</c:v>
                </c:pt>
                <c:pt idx="103">
                  <c:v>0.70569802051962338</c:v>
                </c:pt>
                <c:pt idx="104">
                  <c:v>0.65575002379982783</c:v>
                </c:pt>
                <c:pt idx="105">
                  <c:v>0.65456796904453374</c:v>
                </c:pt>
                <c:pt idx="106">
                  <c:v>0.64491193045755257</c:v>
                </c:pt>
                <c:pt idx="107">
                  <c:v>0.62526308402511444</c:v>
                </c:pt>
                <c:pt idx="108">
                  <c:v>0.65965737799490742</c:v>
                </c:pt>
                <c:pt idx="109">
                  <c:v>0.6275929519880119</c:v>
                </c:pt>
                <c:pt idx="110">
                  <c:v>0.64921078447219882</c:v>
                </c:pt>
                <c:pt idx="111">
                  <c:v>0.66449876437625865</c:v>
                </c:pt>
                <c:pt idx="112">
                  <c:v>0.62103150381356043</c:v>
                </c:pt>
                <c:pt idx="113">
                  <c:v>0.57268187316277974</c:v>
                </c:pt>
                <c:pt idx="114">
                  <c:v>0.61932990496004614</c:v>
                </c:pt>
                <c:pt idx="115">
                  <c:v>0.69034541976856256</c:v>
                </c:pt>
                <c:pt idx="116">
                  <c:v>0.63755187702724037</c:v>
                </c:pt>
                <c:pt idx="117">
                  <c:v>0.62416898586930147</c:v>
                </c:pt>
                <c:pt idx="118">
                  <c:v>0.64311528778161986</c:v>
                </c:pt>
                <c:pt idx="119">
                  <c:v>0.66387782112412486</c:v>
                </c:pt>
                <c:pt idx="120">
                  <c:v>0.6204942095457362</c:v>
                </c:pt>
                <c:pt idx="121">
                  <c:v>0.63369574308261378</c:v>
                </c:pt>
                <c:pt idx="122">
                  <c:v>0.65571320614504958</c:v>
                </c:pt>
                <c:pt idx="123">
                  <c:v>0.6768614104053825</c:v>
                </c:pt>
                <c:pt idx="124">
                  <c:v>0.67601900894150524</c:v>
                </c:pt>
                <c:pt idx="125">
                  <c:v>0.63455331448813046</c:v>
                </c:pt>
                <c:pt idx="126">
                  <c:v>0.63967719138707324</c:v>
                </c:pt>
                <c:pt idx="127">
                  <c:v>0.68422138493218343</c:v>
                </c:pt>
                <c:pt idx="128">
                  <c:v>0.6781448729327797</c:v>
                </c:pt>
                <c:pt idx="129">
                  <c:v>0.66678471912435666</c:v>
                </c:pt>
                <c:pt idx="130">
                  <c:v>0.6633806874193412</c:v>
                </c:pt>
                <c:pt idx="131">
                  <c:v>0.70918744445863136</c:v>
                </c:pt>
                <c:pt idx="132">
                  <c:v>0.63530662859338394</c:v>
                </c:pt>
                <c:pt idx="133">
                  <c:v>0.71536837982143453</c:v>
                </c:pt>
                <c:pt idx="134">
                  <c:v>0.65828495099770723</c:v>
                </c:pt>
                <c:pt idx="135">
                  <c:v>0.7144883001087321</c:v>
                </c:pt>
                <c:pt idx="136">
                  <c:v>0.72544044018552067</c:v>
                </c:pt>
                <c:pt idx="137">
                  <c:v>0.69655067503311285</c:v>
                </c:pt>
                <c:pt idx="138">
                  <c:v>0.65108454680688466</c:v>
                </c:pt>
                <c:pt idx="139">
                  <c:v>0.64946236445582439</c:v>
                </c:pt>
                <c:pt idx="140">
                  <c:v>0.65480904444310317</c:v>
                </c:pt>
                <c:pt idx="141">
                  <c:v>0.64243207172415273</c:v>
                </c:pt>
                <c:pt idx="142">
                  <c:v>0.70762552102978094</c:v>
                </c:pt>
                <c:pt idx="143">
                  <c:v>0.65384316368516227</c:v>
                </c:pt>
                <c:pt idx="144">
                  <c:v>0.72114545887372761</c:v>
                </c:pt>
                <c:pt idx="145">
                  <c:v>0.67067827231021326</c:v>
                </c:pt>
                <c:pt idx="146">
                  <c:v>0.72953288905425917</c:v>
                </c:pt>
                <c:pt idx="147">
                  <c:v>0.68228757943429885</c:v>
                </c:pt>
                <c:pt idx="148">
                  <c:v>0.69336871060116756</c:v>
                </c:pt>
                <c:pt idx="149">
                  <c:v>0.71137914720597095</c:v>
                </c:pt>
                <c:pt idx="150">
                  <c:v>0.70701706045203294</c:v>
                </c:pt>
                <c:pt idx="151">
                  <c:v>0.6430581813459828</c:v>
                </c:pt>
                <c:pt idx="152">
                  <c:v>0.66438323310154168</c:v>
                </c:pt>
                <c:pt idx="153">
                  <c:v>0.62653744360456387</c:v>
                </c:pt>
                <c:pt idx="154">
                  <c:v>0.68493692836876285</c:v>
                </c:pt>
                <c:pt idx="155">
                  <c:v>0.68517542479928617</c:v>
                </c:pt>
                <c:pt idx="156">
                  <c:v>0.68279595479669319</c:v>
                </c:pt>
                <c:pt idx="157">
                  <c:v>0.65973089260349749</c:v>
                </c:pt>
                <c:pt idx="158">
                  <c:v>0.69812693596990871</c:v>
                </c:pt>
                <c:pt idx="159">
                  <c:v>0.70139741413303813</c:v>
                </c:pt>
                <c:pt idx="160">
                  <c:v>0.6958611408728077</c:v>
                </c:pt>
                <c:pt idx="161">
                  <c:v>0.66962557013552504</c:v>
                </c:pt>
                <c:pt idx="162">
                  <c:v>0.68418481659554531</c:v>
                </c:pt>
                <c:pt idx="163">
                  <c:v>0.66547309481461236</c:v>
                </c:pt>
                <c:pt idx="164">
                  <c:v>0.65648601814041219</c:v>
                </c:pt>
                <c:pt idx="165">
                  <c:v>0.67136762500930425</c:v>
                </c:pt>
                <c:pt idx="166">
                  <c:v>0.67679350746815636</c:v>
                </c:pt>
                <c:pt idx="167">
                  <c:v>0.67809622091458355</c:v>
                </c:pt>
                <c:pt idx="168">
                  <c:v>0.70517871151939748</c:v>
                </c:pt>
                <c:pt idx="169">
                  <c:v>0.67729620513492961</c:v>
                </c:pt>
                <c:pt idx="170">
                  <c:v>0.6742111764295099</c:v>
                </c:pt>
                <c:pt idx="171">
                  <c:v>0.65592542782449448</c:v>
                </c:pt>
                <c:pt idx="172">
                  <c:v>0.64918412461392805</c:v>
                </c:pt>
                <c:pt idx="173">
                  <c:v>0.69629158776602085</c:v>
                </c:pt>
                <c:pt idx="174">
                  <c:v>0.68011897817086953</c:v>
                </c:pt>
                <c:pt idx="175">
                  <c:v>0.62825211858871766</c:v>
                </c:pt>
                <c:pt idx="176">
                  <c:v>0.65190645602399777</c:v>
                </c:pt>
                <c:pt idx="177">
                  <c:v>0.65491292564356585</c:v>
                </c:pt>
                <c:pt idx="178">
                  <c:v>0.61485142691150307</c:v>
                </c:pt>
                <c:pt idx="179">
                  <c:v>0.6151846135425223</c:v>
                </c:pt>
                <c:pt idx="180">
                  <c:v>0.62813500866818495</c:v>
                </c:pt>
                <c:pt idx="181">
                  <c:v>0.71146510865352997</c:v>
                </c:pt>
                <c:pt idx="182">
                  <c:v>0.63672235068543204</c:v>
                </c:pt>
                <c:pt idx="183">
                  <c:v>0.67617372240948526</c:v>
                </c:pt>
                <c:pt idx="184">
                  <c:v>0.64285000192085162</c:v>
                </c:pt>
                <c:pt idx="185">
                  <c:v>0.63497731387738643</c:v>
                </c:pt>
                <c:pt idx="186">
                  <c:v>0.68264472663718312</c:v>
                </c:pt>
                <c:pt idx="187">
                  <c:v>0.65441417866176133</c:v>
                </c:pt>
                <c:pt idx="188">
                  <c:v>0.66445576027083597</c:v>
                </c:pt>
                <c:pt idx="189">
                  <c:v>0.59245149624110605</c:v>
                </c:pt>
                <c:pt idx="190">
                  <c:v>0.63767695018183657</c:v>
                </c:pt>
                <c:pt idx="191">
                  <c:v>0.64927581588491334</c:v>
                </c:pt>
                <c:pt idx="192">
                  <c:v>0.64860177705673072</c:v>
                </c:pt>
                <c:pt idx="193">
                  <c:v>0.62046057564120738</c:v>
                </c:pt>
                <c:pt idx="194">
                  <c:v>0.63002601770472599</c:v>
                </c:pt>
                <c:pt idx="195">
                  <c:v>2.6117804445191619</c:v>
                </c:pt>
                <c:pt idx="196">
                  <c:v>2.7339739628144191</c:v>
                </c:pt>
                <c:pt idx="197">
                  <c:v>2.6536388061335709</c:v>
                </c:pt>
                <c:pt idx="198">
                  <c:v>2.3936925276759577</c:v>
                </c:pt>
                <c:pt idx="199">
                  <c:v>2.3060024820917304</c:v>
                </c:pt>
                <c:pt idx="200">
                  <c:v>1.9363546280937476</c:v>
                </c:pt>
                <c:pt idx="201">
                  <c:v>2.3400993190769852</c:v>
                </c:pt>
                <c:pt idx="202">
                  <c:v>2.2650718374120524</c:v>
                </c:pt>
                <c:pt idx="203">
                  <c:v>1.9564227914750552</c:v>
                </c:pt>
                <c:pt idx="204">
                  <c:v>1.847059739645631</c:v>
                </c:pt>
                <c:pt idx="205">
                  <c:v>1.7918160732126125</c:v>
                </c:pt>
                <c:pt idx="206">
                  <c:v>2.2701932705537464</c:v>
                </c:pt>
                <c:pt idx="207">
                  <c:v>2.1827450618960653</c:v>
                </c:pt>
                <c:pt idx="208">
                  <c:v>2.5694405254381216</c:v>
                </c:pt>
                <c:pt idx="209">
                  <c:v>2.5716946941524688</c:v>
                </c:pt>
                <c:pt idx="210">
                  <c:v>2.8193927367299105</c:v>
                </c:pt>
                <c:pt idx="211">
                  <c:v>2.4563470669750931</c:v>
                </c:pt>
                <c:pt idx="212">
                  <c:v>3.1944122161777884</c:v>
                </c:pt>
                <c:pt idx="213">
                  <c:v>2.6537389583739457</c:v>
                </c:pt>
                <c:pt idx="214">
                  <c:v>2.3187769159407772</c:v>
                </c:pt>
                <c:pt idx="215">
                  <c:v>3.1426947331439079</c:v>
                </c:pt>
                <c:pt idx="216">
                  <c:v>2.9120957534975505</c:v>
                </c:pt>
                <c:pt idx="217">
                  <c:v>2.6776006059972413</c:v>
                </c:pt>
                <c:pt idx="218">
                  <c:v>2.7824694643141381</c:v>
                </c:pt>
                <c:pt idx="219">
                  <c:v>2.6384996423196729</c:v>
                </c:pt>
                <c:pt idx="220">
                  <c:v>2.4284585033172106</c:v>
                </c:pt>
                <c:pt idx="221">
                  <c:v>2.0180912339865604</c:v>
                </c:pt>
                <c:pt idx="222">
                  <c:v>1.7960975038125917</c:v>
                </c:pt>
                <c:pt idx="223">
                  <c:v>1.8985564763586968</c:v>
                </c:pt>
                <c:pt idx="224">
                  <c:v>1.926370466024024</c:v>
                </c:pt>
                <c:pt idx="225">
                  <c:v>2.0537509002472283</c:v>
                </c:pt>
                <c:pt idx="226">
                  <c:v>2.0438994206686485</c:v>
                </c:pt>
                <c:pt idx="227">
                  <c:v>2.3041606486960573</c:v>
                </c:pt>
                <c:pt idx="228">
                  <c:v>2.4761113899067162</c:v>
                </c:pt>
                <c:pt idx="229">
                  <c:v>2.2974232347483561</c:v>
                </c:pt>
                <c:pt idx="230">
                  <c:v>2.5889950174587977</c:v>
                </c:pt>
                <c:pt idx="231">
                  <c:v>2.3149884150249957</c:v>
                </c:pt>
                <c:pt idx="232">
                  <c:v>1.9925799080997428</c:v>
                </c:pt>
                <c:pt idx="233">
                  <c:v>2.3808323688811019</c:v>
                </c:pt>
                <c:pt idx="234">
                  <c:v>2.8505064843356944</c:v>
                </c:pt>
                <c:pt idx="235">
                  <c:v>2.9649088532765489</c:v>
                </c:pt>
                <c:pt idx="236">
                  <c:v>2.8578767241323262</c:v>
                </c:pt>
                <c:pt idx="237">
                  <c:v>3.1141451180666762</c:v>
                </c:pt>
                <c:pt idx="238">
                  <c:v>2.9123099416672731</c:v>
                </c:pt>
                <c:pt idx="239">
                  <c:v>2.580671137740095</c:v>
                </c:pt>
                <c:pt idx="240">
                  <c:v>2.0796762023916928</c:v>
                </c:pt>
                <c:pt idx="241">
                  <c:v>2.5492098350940822</c:v>
                </c:pt>
                <c:pt idx="242">
                  <c:v>1.8765020031497643</c:v>
                </c:pt>
                <c:pt idx="243">
                  <c:v>2.5790277423646488</c:v>
                </c:pt>
                <c:pt idx="244">
                  <c:v>1.9125508186450288</c:v>
                </c:pt>
                <c:pt idx="245">
                  <c:v>2.3394286998934262</c:v>
                </c:pt>
                <c:pt idx="246">
                  <c:v>2.1994236693821909</c:v>
                </c:pt>
                <c:pt idx="247">
                  <c:v>1.8711252341827889</c:v>
                </c:pt>
                <c:pt idx="248">
                  <c:v>2.1741832088572157</c:v>
                </c:pt>
                <c:pt idx="249">
                  <c:v>1.9058404707683556</c:v>
                </c:pt>
                <c:pt idx="250">
                  <c:v>2.067913841638676</c:v>
                </c:pt>
                <c:pt idx="251">
                  <c:v>2.5361528950306118</c:v>
                </c:pt>
                <c:pt idx="252">
                  <c:v>2.2534032894307456</c:v>
                </c:pt>
                <c:pt idx="253">
                  <c:v>2.6969035264392129</c:v>
                </c:pt>
                <c:pt idx="254">
                  <c:v>2.6422705055125304</c:v>
                </c:pt>
                <c:pt idx="255">
                  <c:v>2.5830869465572106</c:v>
                </c:pt>
                <c:pt idx="256">
                  <c:v>2.8725032951842082</c:v>
                </c:pt>
                <c:pt idx="257">
                  <c:v>2.5283399072690922</c:v>
                </c:pt>
                <c:pt idx="258">
                  <c:v>2.3748794508674163</c:v>
                </c:pt>
                <c:pt idx="259">
                  <c:v>2.5939289118568452</c:v>
                </c:pt>
                <c:pt idx="260">
                  <c:v>2.2062487433439641</c:v>
                </c:pt>
                <c:pt idx="261">
                  <c:v>2.7396165027528858</c:v>
                </c:pt>
                <c:pt idx="262">
                  <c:v>2.5861473381063318</c:v>
                </c:pt>
                <c:pt idx="263">
                  <c:v>1.9856209588275031</c:v>
                </c:pt>
                <c:pt idx="264">
                  <c:v>2.012604004254289</c:v>
                </c:pt>
                <c:pt idx="265">
                  <c:v>1.9581564541451597</c:v>
                </c:pt>
                <c:pt idx="266">
                  <c:v>2.1007407448697011</c:v>
                </c:pt>
                <c:pt idx="267">
                  <c:v>1.707252925928946</c:v>
                </c:pt>
                <c:pt idx="268">
                  <c:v>1.9262166581375424</c:v>
                </c:pt>
                <c:pt idx="269">
                  <c:v>1.6039460821323417</c:v>
                </c:pt>
                <c:pt idx="270">
                  <c:v>1.9101479164088349</c:v>
                </c:pt>
                <c:pt idx="271">
                  <c:v>2.6549749893763765</c:v>
                </c:pt>
                <c:pt idx="272">
                  <c:v>2.2187776638589982</c:v>
                </c:pt>
                <c:pt idx="273">
                  <c:v>2.1702835031434158</c:v>
                </c:pt>
                <c:pt idx="274">
                  <c:v>2.9344012584993968</c:v>
                </c:pt>
                <c:pt idx="275">
                  <c:v>2.7578172233590301</c:v>
                </c:pt>
                <c:pt idx="276">
                  <c:v>3.0476132274882923</c:v>
                </c:pt>
                <c:pt idx="277">
                  <c:v>2.3977205622656843</c:v>
                </c:pt>
                <c:pt idx="278">
                  <c:v>2.1294695202420382</c:v>
                </c:pt>
                <c:pt idx="279">
                  <c:v>3.0095542475035453</c:v>
                </c:pt>
                <c:pt idx="280">
                  <c:v>2.5991004350546847</c:v>
                </c:pt>
                <c:pt idx="281">
                  <c:v>2.247234906446117</c:v>
                </c:pt>
                <c:pt idx="282">
                  <c:v>2.7634447152500496</c:v>
                </c:pt>
                <c:pt idx="283">
                  <c:v>2.7254644914979611</c:v>
                </c:pt>
                <c:pt idx="284">
                  <c:v>2.3169056410887658</c:v>
                </c:pt>
                <c:pt idx="285">
                  <c:v>2.1917679093476745</c:v>
                </c:pt>
                <c:pt idx="286">
                  <c:v>2.4147092502990937</c:v>
                </c:pt>
                <c:pt idx="287">
                  <c:v>1.8050597265540824</c:v>
                </c:pt>
                <c:pt idx="288">
                  <c:v>2.2500758710861</c:v>
                </c:pt>
                <c:pt idx="289">
                  <c:v>2.2806749137645719</c:v>
                </c:pt>
                <c:pt idx="290">
                  <c:v>1.7073669443191215</c:v>
                </c:pt>
                <c:pt idx="291">
                  <c:v>2.0775166502753621</c:v>
                </c:pt>
                <c:pt idx="292">
                  <c:v>2.2093070218887001</c:v>
                </c:pt>
                <c:pt idx="293">
                  <c:v>2.4688964142792984</c:v>
                </c:pt>
                <c:pt idx="294">
                  <c:v>2.4855699906023521</c:v>
                </c:pt>
                <c:pt idx="295">
                  <c:v>2.1965182021005143</c:v>
                </c:pt>
                <c:pt idx="296">
                  <c:v>2.1727195186513906</c:v>
                </c:pt>
                <c:pt idx="297">
                  <c:v>3.1870447490255787</c:v>
                </c:pt>
                <c:pt idx="298">
                  <c:v>0.5594186078638741</c:v>
                </c:pt>
                <c:pt idx="299">
                  <c:v>0.61163480852058572</c:v>
                </c:pt>
                <c:pt idx="300">
                  <c:v>0.582360681537616</c:v>
                </c:pt>
                <c:pt idx="301">
                  <c:v>0.54766681227907921</c:v>
                </c:pt>
                <c:pt idx="302">
                  <c:v>0.5960616653675892</c:v>
                </c:pt>
                <c:pt idx="303">
                  <c:v>0.5370434320777312</c:v>
                </c:pt>
                <c:pt idx="304">
                  <c:v>0.61782559462867093</c:v>
                </c:pt>
                <c:pt idx="305">
                  <c:v>0.56194130442900891</c:v>
                </c:pt>
                <c:pt idx="306">
                  <c:v>0.49872582525934278</c:v>
                </c:pt>
                <c:pt idx="307">
                  <c:v>0.58536925208973389</c:v>
                </c:pt>
                <c:pt idx="308">
                  <c:v>0.55338848731699575</c:v>
                </c:pt>
                <c:pt idx="309">
                  <c:v>0.64540420565193324</c:v>
                </c:pt>
                <c:pt idx="310">
                  <c:v>0.67136759500539411</c:v>
                </c:pt>
                <c:pt idx="311">
                  <c:v>0.58552491153499808</c:v>
                </c:pt>
                <c:pt idx="312">
                  <c:v>0.57553277671040359</c:v>
                </c:pt>
                <c:pt idx="313">
                  <c:v>0.55373849704627465</c:v>
                </c:pt>
                <c:pt idx="314">
                  <c:v>0.64986540012181304</c:v>
                </c:pt>
                <c:pt idx="315">
                  <c:v>0.62591358234110839</c:v>
                </c:pt>
                <c:pt idx="316">
                  <c:v>0.55106185244930372</c:v>
                </c:pt>
                <c:pt idx="317">
                  <c:v>0.58412706825621608</c:v>
                </c:pt>
                <c:pt idx="318">
                  <c:v>0.64227468785452468</c:v>
                </c:pt>
                <c:pt idx="319">
                  <c:v>0.55222322957384495</c:v>
                </c:pt>
                <c:pt idx="320">
                  <c:v>0.60036245390648069</c:v>
                </c:pt>
                <c:pt idx="321">
                  <c:v>0.62506957769950444</c:v>
                </c:pt>
                <c:pt idx="322">
                  <c:v>0.66938876351026777</c:v>
                </c:pt>
                <c:pt idx="323">
                  <c:v>0.64201839976114039</c:v>
                </c:pt>
                <c:pt idx="324">
                  <c:v>0.5508591324232992</c:v>
                </c:pt>
                <c:pt idx="325">
                  <c:v>0.64022900241505876</c:v>
                </c:pt>
                <c:pt idx="326">
                  <c:v>0.61852576973962492</c:v>
                </c:pt>
                <c:pt idx="327">
                  <c:v>0.65477284714533679</c:v>
                </c:pt>
                <c:pt idx="328">
                  <c:v>0.56877871216634168</c:v>
                </c:pt>
                <c:pt idx="329">
                  <c:v>0.59695698350372861</c:v>
                </c:pt>
                <c:pt idx="330">
                  <c:v>0.59557720326629027</c:v>
                </c:pt>
                <c:pt idx="331">
                  <c:v>0.63350279307840962</c:v>
                </c:pt>
                <c:pt idx="332">
                  <c:v>0.6313390060663433</c:v>
                </c:pt>
                <c:pt idx="333">
                  <c:v>0.59154937781865014</c:v>
                </c:pt>
                <c:pt idx="334">
                  <c:v>0.6889500783848842</c:v>
                </c:pt>
                <c:pt idx="335">
                  <c:v>0.65187907113992427</c:v>
                </c:pt>
                <c:pt idx="336">
                  <c:v>0.59866774268770917</c:v>
                </c:pt>
                <c:pt idx="337">
                  <c:v>0.67014967471139986</c:v>
                </c:pt>
                <c:pt idx="338">
                  <c:v>0.64126219151448793</c:v>
                </c:pt>
                <c:pt idx="339">
                  <c:v>0.57036363341507024</c:v>
                </c:pt>
                <c:pt idx="340">
                  <c:v>0.60848628769354962</c:v>
                </c:pt>
                <c:pt idx="341">
                  <c:v>0.64379091424568069</c:v>
                </c:pt>
                <c:pt idx="342">
                  <c:v>0.6590257772967909</c:v>
                </c:pt>
                <c:pt idx="343">
                  <c:v>0.66779740158012979</c:v>
                </c:pt>
                <c:pt idx="344">
                  <c:v>0.56096012628844394</c:v>
                </c:pt>
                <c:pt idx="345">
                  <c:v>0.5994973950319572</c:v>
                </c:pt>
                <c:pt idx="346">
                  <c:v>0.62737589330635757</c:v>
                </c:pt>
                <c:pt idx="347">
                  <c:v>0.614807958392253</c:v>
                </c:pt>
                <c:pt idx="348">
                  <c:v>0.60769443476931517</c:v>
                </c:pt>
                <c:pt idx="349">
                  <c:v>0.69539841880449837</c:v>
                </c:pt>
                <c:pt idx="350">
                  <c:v>0.66159780020125203</c:v>
                </c:pt>
                <c:pt idx="351">
                  <c:v>0.63133117129818273</c:v>
                </c:pt>
                <c:pt idx="352">
                  <c:v>0.62462494029633142</c:v>
                </c:pt>
                <c:pt idx="353">
                  <c:v>0.66467661523835619</c:v>
                </c:pt>
                <c:pt idx="354">
                  <c:v>0.67267716170512348</c:v>
                </c:pt>
                <c:pt idx="355">
                  <c:v>0.61727932535743535</c:v>
                </c:pt>
                <c:pt idx="356">
                  <c:v>0.61376919243550376</c:v>
                </c:pt>
                <c:pt idx="357">
                  <c:v>0.67477370695410388</c:v>
                </c:pt>
                <c:pt idx="358">
                  <c:v>0.66826964820403212</c:v>
                </c:pt>
                <c:pt idx="359">
                  <c:v>0.61939639402766777</c:v>
                </c:pt>
                <c:pt idx="360">
                  <c:v>0.62009719686750153</c:v>
                </c:pt>
                <c:pt idx="361">
                  <c:v>0.665948709084343</c:v>
                </c:pt>
                <c:pt idx="362">
                  <c:v>0.69847881138602608</c:v>
                </c:pt>
                <c:pt idx="363">
                  <c:v>0.65261973680709384</c:v>
                </c:pt>
                <c:pt idx="364">
                  <c:v>0.65901790875902866</c:v>
                </c:pt>
                <c:pt idx="365">
                  <c:v>0.64559964455711472</c:v>
                </c:pt>
                <c:pt idx="366">
                  <c:v>0.67755146706671576</c:v>
                </c:pt>
                <c:pt idx="367">
                  <c:v>0.6855858849669606</c:v>
                </c:pt>
                <c:pt idx="368">
                  <c:v>0.7022236984990774</c:v>
                </c:pt>
                <c:pt idx="369">
                  <c:v>0.67905932017181891</c:v>
                </c:pt>
                <c:pt idx="370">
                  <c:v>0.63740881591523879</c:v>
                </c:pt>
                <c:pt idx="371">
                  <c:v>0.67869911038793396</c:v>
                </c:pt>
                <c:pt idx="372">
                  <c:v>0.66964253131399032</c:v>
                </c:pt>
                <c:pt idx="373">
                  <c:v>0.70426577580234084</c:v>
                </c:pt>
                <c:pt idx="374">
                  <c:v>0.6889334960351664</c:v>
                </c:pt>
                <c:pt idx="375">
                  <c:v>0.70461637909325192</c:v>
                </c:pt>
                <c:pt idx="376">
                  <c:v>0.68894734905489141</c:v>
                </c:pt>
                <c:pt idx="377">
                  <c:v>0.66127570641019329</c:v>
                </c:pt>
                <c:pt idx="378">
                  <c:v>0.64520970745187289</c:v>
                </c:pt>
                <c:pt idx="379">
                  <c:v>0.686239980265826</c:v>
                </c:pt>
                <c:pt idx="380">
                  <c:v>0.67925364793939713</c:v>
                </c:pt>
                <c:pt idx="381">
                  <c:v>0.65469503422662256</c:v>
                </c:pt>
                <c:pt idx="382">
                  <c:v>0.64072914343365384</c:v>
                </c:pt>
                <c:pt idx="383">
                  <c:v>0.66262817151114306</c:v>
                </c:pt>
                <c:pt idx="384">
                  <c:v>0.64106622216093867</c:v>
                </c:pt>
                <c:pt idx="385">
                  <c:v>0.64349247916527652</c:v>
                </c:pt>
                <c:pt idx="386">
                  <c:v>0.63368595903762004</c:v>
                </c:pt>
                <c:pt idx="387">
                  <c:v>0.65107872813643441</c:v>
                </c:pt>
                <c:pt idx="388">
                  <c:v>0.67011466755449145</c:v>
                </c:pt>
                <c:pt idx="389">
                  <c:v>0.64299666131286071</c:v>
                </c:pt>
                <c:pt idx="390">
                  <c:v>0.6589635525574139</c:v>
                </c:pt>
                <c:pt idx="391">
                  <c:v>0.65440245761127125</c:v>
                </c:pt>
                <c:pt idx="392">
                  <c:v>0.66565522512949327</c:v>
                </c:pt>
                <c:pt idx="393">
                  <c:v>0.66553322137201032</c:v>
                </c:pt>
                <c:pt idx="394">
                  <c:v>0.65927643488280907</c:v>
                </c:pt>
                <c:pt idx="395">
                  <c:v>0.68237306769111694</c:v>
                </c:pt>
                <c:pt idx="396">
                  <c:v>0.63952354432342928</c:v>
                </c:pt>
                <c:pt idx="397">
                  <c:v>0.67613460350203225</c:v>
                </c:pt>
                <c:pt idx="398">
                  <c:v>0.63054765168119775</c:v>
                </c:pt>
                <c:pt idx="399">
                  <c:v>0.69000216362123346</c:v>
                </c:pt>
                <c:pt idx="400">
                  <c:v>0.6520291297467351</c:v>
                </c:pt>
                <c:pt idx="401">
                  <c:v>0.64544558283907305</c:v>
                </c:pt>
                <c:pt idx="402">
                  <c:v>0.67105691109871735</c:v>
                </c:pt>
                <c:pt idx="403">
                  <c:v>0.67657838771222056</c:v>
                </c:pt>
                <c:pt idx="404">
                  <c:v>0.64184420935324304</c:v>
                </c:pt>
                <c:pt idx="405">
                  <c:v>0.59682042267846858</c:v>
                </c:pt>
                <c:pt idx="406">
                  <c:v>0.63534496490033121</c:v>
                </c:pt>
                <c:pt idx="407">
                  <c:v>0.67315460394285853</c:v>
                </c:pt>
                <c:pt idx="408">
                  <c:v>0.66681848926013809</c:v>
                </c:pt>
                <c:pt idx="409">
                  <c:v>0.58900728296708738</c:v>
                </c:pt>
                <c:pt idx="410">
                  <c:v>0.68571198469036343</c:v>
                </c:pt>
                <c:pt idx="411">
                  <c:v>0.66975189122785173</c:v>
                </c:pt>
                <c:pt idx="412">
                  <c:v>0.67860231123440873</c:v>
                </c:pt>
                <c:pt idx="413">
                  <c:v>0.62285896464402013</c:v>
                </c:pt>
                <c:pt idx="414">
                  <c:v>0.61640991052533012</c:v>
                </c:pt>
                <c:pt idx="415">
                  <c:v>0.70831324794379502</c:v>
                </c:pt>
                <c:pt idx="416">
                  <c:v>0.65514592822235851</c:v>
                </c:pt>
                <c:pt idx="417">
                  <c:v>0.68159615424917708</c:v>
                </c:pt>
                <c:pt idx="418">
                  <c:v>0.65391328202451338</c:v>
                </c:pt>
                <c:pt idx="419">
                  <c:v>0.60380160675149308</c:v>
                </c:pt>
                <c:pt idx="420">
                  <c:v>0.66231581503074377</c:v>
                </c:pt>
                <c:pt idx="421">
                  <c:v>0.71030695654835141</c:v>
                </c:pt>
                <c:pt idx="422">
                  <c:v>0.65900014444717725</c:v>
                </c:pt>
                <c:pt idx="423">
                  <c:v>0.67520279460356236</c:v>
                </c:pt>
                <c:pt idx="424">
                  <c:v>0.67687667722597844</c:v>
                </c:pt>
                <c:pt idx="425">
                  <c:v>0.70267971348296354</c:v>
                </c:pt>
                <c:pt idx="426">
                  <c:v>0.65451885116635544</c:v>
                </c:pt>
                <c:pt idx="427">
                  <c:v>0.58197075996248193</c:v>
                </c:pt>
                <c:pt idx="428">
                  <c:v>0.69051471679768295</c:v>
                </c:pt>
                <c:pt idx="429">
                  <c:v>0.65812572302131467</c:v>
                </c:pt>
                <c:pt idx="430">
                  <c:v>0.65196557787009823</c:v>
                </c:pt>
                <c:pt idx="431">
                  <c:v>0.59918779226079266</c:v>
                </c:pt>
                <c:pt idx="432">
                  <c:v>0.57528074587317113</c:v>
                </c:pt>
                <c:pt idx="433">
                  <c:v>0.58080237454208472</c:v>
                </c:pt>
                <c:pt idx="434">
                  <c:v>0.64820898188618847</c:v>
                </c:pt>
                <c:pt idx="435">
                  <c:v>0.66041587416067105</c:v>
                </c:pt>
                <c:pt idx="436">
                  <c:v>0.57622180398289025</c:v>
                </c:pt>
                <c:pt idx="437">
                  <c:v>0.68725419980586377</c:v>
                </c:pt>
                <c:pt idx="438">
                  <c:v>0.59436107644419534</c:v>
                </c:pt>
                <c:pt idx="439">
                  <c:v>0.54932166083346967</c:v>
                </c:pt>
                <c:pt idx="440">
                  <c:v>0.59765001317011068</c:v>
                </c:pt>
                <c:pt idx="441">
                  <c:v>0.67406622237935043</c:v>
                </c:pt>
                <c:pt idx="442">
                  <c:v>0.61031262764899041</c:v>
                </c:pt>
                <c:pt idx="443">
                  <c:v>0.59220219006074348</c:v>
                </c:pt>
                <c:pt idx="444">
                  <c:v>0.51535596977822606</c:v>
                </c:pt>
                <c:pt idx="445">
                  <c:v>0.68023813466764271</c:v>
                </c:pt>
                <c:pt idx="446">
                  <c:v>0.5861759433856788</c:v>
                </c:pt>
                <c:pt idx="447">
                  <c:v>0.56444352622118554</c:v>
                </c:pt>
                <c:pt idx="448">
                  <c:v>0.55080959564736232</c:v>
                </c:pt>
                <c:pt idx="449">
                  <c:v>0.54951220188657346</c:v>
                </c:pt>
                <c:pt idx="450">
                  <c:v>0.60807413704377522</c:v>
                </c:pt>
                <c:pt idx="451">
                  <c:v>0.57312130472708367</c:v>
                </c:pt>
                <c:pt idx="452">
                  <c:v>0.57879593952962649</c:v>
                </c:pt>
                <c:pt idx="453">
                  <c:v>0.63571137604074135</c:v>
                </c:pt>
                <c:pt idx="454">
                  <c:v>0.53730619327857121</c:v>
                </c:pt>
                <c:pt idx="455">
                  <c:v>0.57600569407203428</c:v>
                </c:pt>
                <c:pt idx="456">
                  <c:v>0.54156070399728218</c:v>
                </c:pt>
                <c:pt idx="457">
                  <c:v>0.65499468928784355</c:v>
                </c:pt>
                <c:pt idx="458">
                  <c:v>0.59546844632778084</c:v>
                </c:pt>
                <c:pt idx="459">
                  <c:v>0.54347947180027134</c:v>
                </c:pt>
                <c:pt idx="460">
                  <c:v>0.54231156145631143</c:v>
                </c:pt>
                <c:pt idx="461">
                  <c:v>0.516662312812327</c:v>
                </c:pt>
                <c:pt idx="462">
                  <c:v>0.53760221804128561</c:v>
                </c:pt>
                <c:pt idx="463">
                  <c:v>0.62058403002609475</c:v>
                </c:pt>
                <c:pt idx="464">
                  <c:v>0.54464123277744547</c:v>
                </c:pt>
                <c:pt idx="465">
                  <c:v>0.56057708468795908</c:v>
                </c:pt>
                <c:pt idx="466">
                  <c:v>0.50675988404526173</c:v>
                </c:pt>
                <c:pt idx="467">
                  <c:v>0.5997645778049685</c:v>
                </c:pt>
                <c:pt idx="468">
                  <c:v>0.60397258369282047</c:v>
                </c:pt>
                <c:pt idx="469">
                  <c:v>0.56375302459032872</c:v>
                </c:pt>
                <c:pt idx="470">
                  <c:v>0.56869112814516376</c:v>
                </c:pt>
                <c:pt idx="471">
                  <c:v>0.59236391665671895</c:v>
                </c:pt>
                <c:pt idx="472">
                  <c:v>0.58410462948296704</c:v>
                </c:pt>
                <c:pt idx="473">
                  <c:v>0.54183722255165323</c:v>
                </c:pt>
                <c:pt idx="474">
                  <c:v>0.56384292571439942</c:v>
                </c:pt>
                <c:pt idx="475">
                  <c:v>0.56329260743236464</c:v>
                </c:pt>
                <c:pt idx="476">
                  <c:v>0.54888880173033539</c:v>
                </c:pt>
                <c:pt idx="477">
                  <c:v>0.61651317889081381</c:v>
                </c:pt>
                <c:pt idx="478">
                  <c:v>0.54584846253050257</c:v>
                </c:pt>
                <c:pt idx="479">
                  <c:v>0.59042149328522608</c:v>
                </c:pt>
                <c:pt idx="480">
                  <c:v>0.55338874027256013</c:v>
                </c:pt>
                <c:pt idx="481">
                  <c:v>0.56025718218617704</c:v>
                </c:pt>
                <c:pt idx="482">
                  <c:v>0.56705524423290476</c:v>
                </c:pt>
                <c:pt idx="483">
                  <c:v>0.53741664487888974</c:v>
                </c:pt>
                <c:pt idx="484">
                  <c:v>0.56400273150346814</c:v>
                </c:pt>
                <c:pt idx="485">
                  <c:v>0.60153172705891977</c:v>
                </c:pt>
                <c:pt idx="486">
                  <c:v>0.57599801236425652</c:v>
                </c:pt>
                <c:pt idx="487">
                  <c:v>0.52763196737623907</c:v>
                </c:pt>
                <c:pt idx="488">
                  <c:v>0.58483464878786184</c:v>
                </c:pt>
                <c:pt idx="489">
                  <c:v>0.55663894601267838</c:v>
                </c:pt>
                <c:pt idx="490">
                  <c:v>0.56424875167110411</c:v>
                </c:pt>
                <c:pt idx="491">
                  <c:v>0.54810522987838961</c:v>
                </c:pt>
                <c:pt idx="492">
                  <c:v>0.56723664865154677</c:v>
                </c:pt>
                <c:pt idx="493">
                  <c:v>0.53868226449301182</c:v>
                </c:pt>
                <c:pt idx="494">
                  <c:v>0.58920664163705583</c:v>
                </c:pt>
                <c:pt idx="495">
                  <c:v>0.49418424302836589</c:v>
                </c:pt>
                <c:pt idx="496">
                  <c:v>0.54996863646829786</c:v>
                </c:pt>
                <c:pt idx="497">
                  <c:v>0.53174933761253229</c:v>
                </c:pt>
                <c:pt idx="498">
                  <c:v>0.61358630750719989</c:v>
                </c:pt>
                <c:pt idx="499">
                  <c:v>0.56039239704440058</c:v>
                </c:pt>
                <c:pt idx="500">
                  <c:v>0.56766549321202475</c:v>
                </c:pt>
                <c:pt idx="501">
                  <c:v>0.60216502814178441</c:v>
                </c:pt>
                <c:pt idx="502">
                  <c:v>0.55239681738631197</c:v>
                </c:pt>
                <c:pt idx="503">
                  <c:v>0.5414053608557402</c:v>
                </c:pt>
                <c:pt idx="504">
                  <c:v>0.53212929817728261</c:v>
                </c:pt>
                <c:pt idx="505">
                  <c:v>0.57005194028479922</c:v>
                </c:pt>
                <c:pt idx="506">
                  <c:v>0.53145810453273679</c:v>
                </c:pt>
                <c:pt idx="507">
                  <c:v>0.56060912131766305</c:v>
                </c:pt>
                <c:pt idx="508">
                  <c:v>0.59558918778897874</c:v>
                </c:pt>
                <c:pt idx="509">
                  <c:v>0.51229288570622766</c:v>
                </c:pt>
                <c:pt idx="510">
                  <c:v>0.57933199818286418</c:v>
                </c:pt>
                <c:pt idx="511">
                  <c:v>0.5192480739138603</c:v>
                </c:pt>
                <c:pt idx="512">
                  <c:v>0.53948441674152048</c:v>
                </c:pt>
                <c:pt idx="513">
                  <c:v>0.54544797348649998</c:v>
                </c:pt>
                <c:pt idx="514">
                  <c:v>0.54988859679399293</c:v>
                </c:pt>
                <c:pt idx="515">
                  <c:v>0.5435499054162074</c:v>
                </c:pt>
                <c:pt idx="516">
                  <c:v>0.58238785156148021</c:v>
                </c:pt>
                <c:pt idx="517">
                  <c:v>0.58173466331578494</c:v>
                </c:pt>
                <c:pt idx="518">
                  <c:v>0.58543014002519167</c:v>
                </c:pt>
                <c:pt idx="519">
                  <c:v>0.56540227846416458</c:v>
                </c:pt>
                <c:pt idx="520">
                  <c:v>0.62246337287497722</c:v>
                </c:pt>
                <c:pt idx="521">
                  <c:v>0.53934956805070933</c:v>
                </c:pt>
                <c:pt idx="522">
                  <c:v>0.57167542021950424</c:v>
                </c:pt>
                <c:pt idx="523">
                  <c:v>0.51750650678362231</c:v>
                </c:pt>
                <c:pt idx="524">
                  <c:v>0.5286865849111364</c:v>
                </c:pt>
                <c:pt idx="525">
                  <c:v>0.63465471169884224</c:v>
                </c:pt>
                <c:pt idx="526">
                  <c:v>0.58248734593867035</c:v>
                </c:pt>
                <c:pt idx="527">
                  <c:v>0.52074782235267647</c:v>
                </c:pt>
                <c:pt idx="528">
                  <c:v>0.54522156342731964</c:v>
                </c:pt>
                <c:pt idx="529">
                  <c:v>0.62431007087358925</c:v>
                </c:pt>
                <c:pt idx="530">
                  <c:v>0.63162112073020305</c:v>
                </c:pt>
                <c:pt idx="531">
                  <c:v>0.56144717935166932</c:v>
                </c:pt>
                <c:pt idx="532">
                  <c:v>0.55586050667363973</c:v>
                </c:pt>
                <c:pt idx="533">
                  <c:v>0.59529496228548284</c:v>
                </c:pt>
                <c:pt idx="534">
                  <c:v>0.56394450733776647</c:v>
                </c:pt>
                <c:pt idx="535">
                  <c:v>0.62698344065883005</c:v>
                </c:pt>
                <c:pt idx="536">
                  <c:v>0.67326352158703162</c:v>
                </c:pt>
                <c:pt idx="537">
                  <c:v>0.5740558257242272</c:v>
                </c:pt>
                <c:pt idx="538">
                  <c:v>0.62110199804588961</c:v>
                </c:pt>
                <c:pt idx="539">
                  <c:v>0.56155838718170781</c:v>
                </c:pt>
                <c:pt idx="540">
                  <c:v>0.60621648095592562</c:v>
                </c:pt>
                <c:pt idx="541">
                  <c:v>0.62191554916913594</c:v>
                </c:pt>
                <c:pt idx="542">
                  <c:v>0.6745809438041438</c:v>
                </c:pt>
                <c:pt idx="543">
                  <c:v>0.52903317019665974</c:v>
                </c:pt>
                <c:pt idx="544">
                  <c:v>0.51247750715753138</c:v>
                </c:pt>
                <c:pt idx="545">
                  <c:v>0.58782210128870926</c:v>
                </c:pt>
                <c:pt idx="546">
                  <c:v>0.6499963641347366</c:v>
                </c:pt>
                <c:pt idx="547">
                  <c:v>0.65513866606480053</c:v>
                </c:pt>
                <c:pt idx="548">
                  <c:v>0.60754532802860384</c:v>
                </c:pt>
                <c:pt idx="549">
                  <c:v>0.54822673146617518</c:v>
                </c:pt>
                <c:pt idx="550">
                  <c:v>0.64018736703970824</c:v>
                </c:pt>
                <c:pt idx="551">
                  <c:v>0.61861311621900128</c:v>
                </c:pt>
                <c:pt idx="552">
                  <c:v>0.65879571494079758</c:v>
                </c:pt>
                <c:pt idx="553">
                  <c:v>0.58250170136935253</c:v>
                </c:pt>
                <c:pt idx="554">
                  <c:v>0.62343901745977559</c:v>
                </c:pt>
                <c:pt idx="555">
                  <c:v>0.60443362258181943</c:v>
                </c:pt>
                <c:pt idx="556">
                  <c:v>0.59165822352202613</c:v>
                </c:pt>
                <c:pt idx="557">
                  <c:v>0.59691621000059636</c:v>
                </c:pt>
                <c:pt idx="558">
                  <c:v>0.59492439327503843</c:v>
                </c:pt>
                <c:pt idx="559">
                  <c:v>0.55652013532052758</c:v>
                </c:pt>
                <c:pt idx="560">
                  <c:v>0.67429629056553653</c:v>
                </c:pt>
                <c:pt idx="561">
                  <c:v>0.57365304123776995</c:v>
                </c:pt>
                <c:pt idx="562">
                  <c:v>0.71624671525943961</c:v>
                </c:pt>
                <c:pt idx="563">
                  <c:v>0.63483856825966911</c:v>
                </c:pt>
                <c:pt idx="564">
                  <c:v>0.55254353505315879</c:v>
                </c:pt>
                <c:pt idx="565">
                  <c:v>0.6639275484308832</c:v>
                </c:pt>
                <c:pt idx="566">
                  <c:v>0.65198884705150328</c:v>
                </c:pt>
                <c:pt idx="567">
                  <c:v>0.67586082368992351</c:v>
                </c:pt>
                <c:pt idx="568">
                  <c:v>0.61506335301392212</c:v>
                </c:pt>
                <c:pt idx="569">
                  <c:v>0.64720684971608433</c:v>
                </c:pt>
                <c:pt idx="570">
                  <c:v>0.65356707926092716</c:v>
                </c:pt>
                <c:pt idx="571">
                  <c:v>0.66759044960338609</c:v>
                </c:pt>
                <c:pt idx="572">
                  <c:v>0.64295885826480415</c:v>
                </c:pt>
                <c:pt idx="573">
                  <c:v>0.5624413814939373</c:v>
                </c:pt>
                <c:pt idx="574">
                  <c:v>0.6245585930870996</c:v>
                </c:pt>
                <c:pt idx="575">
                  <c:v>0.61904958528252996</c:v>
                </c:pt>
                <c:pt idx="576">
                  <c:v>0.60447137488298552</c:v>
                </c:pt>
                <c:pt idx="577">
                  <c:v>0.70515769860916566</c:v>
                </c:pt>
                <c:pt idx="578">
                  <c:v>0.60309971369247872</c:v>
                </c:pt>
                <c:pt idx="579">
                  <c:v>0.68657739899355108</c:v>
                </c:pt>
                <c:pt idx="580">
                  <c:v>0.59047711376199252</c:v>
                </c:pt>
                <c:pt idx="581">
                  <c:v>0.63243520107737283</c:v>
                </c:pt>
                <c:pt idx="582">
                  <c:v>0.59950245463566476</c:v>
                </c:pt>
                <c:pt idx="583">
                  <c:v>0.65544693605613491</c:v>
                </c:pt>
                <c:pt idx="584">
                  <c:v>0.68311958531217265</c:v>
                </c:pt>
                <c:pt idx="585">
                  <c:v>0.65735598596623512</c:v>
                </c:pt>
                <c:pt idx="586">
                  <c:v>0.55556487450046865</c:v>
                </c:pt>
                <c:pt idx="587">
                  <c:v>0.58717799860260633</c:v>
                </c:pt>
                <c:pt idx="588">
                  <c:v>0.58085958968827622</c:v>
                </c:pt>
                <c:pt idx="589">
                  <c:v>0.68861167729007311</c:v>
                </c:pt>
                <c:pt idx="590">
                  <c:v>0.65747571158457552</c:v>
                </c:pt>
                <c:pt idx="591">
                  <c:v>0.63186121226174596</c:v>
                </c:pt>
                <c:pt idx="592">
                  <c:v>0.6534847912630759</c:v>
                </c:pt>
                <c:pt idx="593">
                  <c:v>0.65309689003451421</c:v>
                </c:pt>
                <c:pt idx="594">
                  <c:v>0.60460233017371001</c:v>
                </c:pt>
                <c:pt idx="595">
                  <c:v>0.65030872615231095</c:v>
                </c:pt>
                <c:pt idx="596">
                  <c:v>0.61189151307047807</c:v>
                </c:pt>
                <c:pt idx="597">
                  <c:v>0.63587655386980724</c:v>
                </c:pt>
                <c:pt idx="598">
                  <c:v>0.67496471089847576</c:v>
                </c:pt>
                <c:pt idx="599">
                  <c:v>0.68145061701611698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8D-48C9-82DE-9A8396B526EF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자료 기준 2 V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8D-48C9-82DE-9A8396B52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5040"/>
        <c:axId val="1087150575"/>
      </c:scatterChart>
      <c:valAx>
        <c:axId val="1135555040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0575"/>
        <c:crosses val="autoZero"/>
        <c:crossBetween val="midCat"/>
      </c:valAx>
      <c:valAx>
        <c:axId val="1087150575"/>
        <c:scaling>
          <c:orientation val="minMax"/>
          <c:max val="4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50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모델 점수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Data!$A$2:$A$136</c:f>
              <c:numCache>
                <c:formatCode>General</c:formatCode>
                <c:ptCount val="135"/>
                <c:pt idx="0">
                  <c:v>6.3</c:v>
                </c:pt>
                <c:pt idx="1">
                  <c:v>6.7</c:v>
                </c:pt>
                <c:pt idx="2">
                  <c:v>7.1</c:v>
                </c:pt>
                <c:pt idx="3">
                  <c:v>7.5</c:v>
                </c:pt>
                <c:pt idx="4">
                  <c:v>7.9</c:v>
                </c:pt>
                <c:pt idx="5">
                  <c:v>8.3000000000000007</c:v>
                </c:pt>
                <c:pt idx="6">
                  <c:v>8.6999999999999993</c:v>
                </c:pt>
                <c:pt idx="7">
                  <c:v>9.1</c:v>
                </c:pt>
                <c:pt idx="8">
                  <c:v>9.5</c:v>
                </c:pt>
                <c:pt idx="9">
                  <c:v>9.9</c:v>
                </c:pt>
                <c:pt idx="10">
                  <c:v>10.3</c:v>
                </c:pt>
                <c:pt idx="11">
                  <c:v>10.7</c:v>
                </c:pt>
                <c:pt idx="12">
                  <c:v>11.1</c:v>
                </c:pt>
                <c:pt idx="13">
                  <c:v>11.5</c:v>
                </c:pt>
                <c:pt idx="14">
                  <c:v>11.9</c:v>
                </c:pt>
                <c:pt idx="15">
                  <c:v>12.3</c:v>
                </c:pt>
                <c:pt idx="16">
                  <c:v>12.7</c:v>
                </c:pt>
                <c:pt idx="17">
                  <c:v>13.1</c:v>
                </c:pt>
                <c:pt idx="18">
                  <c:v>13.5</c:v>
                </c:pt>
                <c:pt idx="19">
                  <c:v>13.9</c:v>
                </c:pt>
                <c:pt idx="20">
                  <c:v>14.3</c:v>
                </c:pt>
                <c:pt idx="21">
                  <c:v>14.7</c:v>
                </c:pt>
                <c:pt idx="22">
                  <c:v>15.1</c:v>
                </c:pt>
                <c:pt idx="23">
                  <c:v>15.5</c:v>
                </c:pt>
                <c:pt idx="24">
                  <c:v>15.9</c:v>
                </c:pt>
                <c:pt idx="25">
                  <c:v>16.3</c:v>
                </c:pt>
                <c:pt idx="26">
                  <c:v>16.7</c:v>
                </c:pt>
                <c:pt idx="27">
                  <c:v>17.100000000000001</c:v>
                </c:pt>
                <c:pt idx="28">
                  <c:v>17.5</c:v>
                </c:pt>
                <c:pt idx="29">
                  <c:v>17.899999999999999</c:v>
                </c:pt>
                <c:pt idx="30">
                  <c:v>18.3</c:v>
                </c:pt>
                <c:pt idx="31">
                  <c:v>18.7</c:v>
                </c:pt>
                <c:pt idx="32">
                  <c:v>19.100000000000001</c:v>
                </c:pt>
                <c:pt idx="33">
                  <c:v>19.5</c:v>
                </c:pt>
                <c:pt idx="34">
                  <c:v>19.899999999999999</c:v>
                </c:pt>
                <c:pt idx="35">
                  <c:v>20.3</c:v>
                </c:pt>
                <c:pt idx="36">
                  <c:v>20.7</c:v>
                </c:pt>
                <c:pt idx="37">
                  <c:v>21.1</c:v>
                </c:pt>
                <c:pt idx="38">
                  <c:v>21.5</c:v>
                </c:pt>
                <c:pt idx="39">
                  <c:v>21.9</c:v>
                </c:pt>
                <c:pt idx="40">
                  <c:v>22.3</c:v>
                </c:pt>
                <c:pt idx="41">
                  <c:v>22.7</c:v>
                </c:pt>
                <c:pt idx="42">
                  <c:v>23.1</c:v>
                </c:pt>
                <c:pt idx="43">
                  <c:v>23.5</c:v>
                </c:pt>
                <c:pt idx="44">
                  <c:v>23.9</c:v>
                </c:pt>
                <c:pt idx="45">
                  <c:v>24.3</c:v>
                </c:pt>
                <c:pt idx="46">
                  <c:v>24.7</c:v>
                </c:pt>
                <c:pt idx="47">
                  <c:v>25.1</c:v>
                </c:pt>
                <c:pt idx="48">
                  <c:v>25.5</c:v>
                </c:pt>
                <c:pt idx="49">
                  <c:v>25.9</c:v>
                </c:pt>
                <c:pt idx="50">
                  <c:v>26.3</c:v>
                </c:pt>
                <c:pt idx="51">
                  <c:v>26.7</c:v>
                </c:pt>
                <c:pt idx="52">
                  <c:v>27.1</c:v>
                </c:pt>
                <c:pt idx="53">
                  <c:v>27.5</c:v>
                </c:pt>
                <c:pt idx="54">
                  <c:v>27.9</c:v>
                </c:pt>
                <c:pt idx="55">
                  <c:v>28.3</c:v>
                </c:pt>
                <c:pt idx="56">
                  <c:v>28.7</c:v>
                </c:pt>
                <c:pt idx="57">
                  <c:v>29.1</c:v>
                </c:pt>
                <c:pt idx="58">
                  <c:v>29.5</c:v>
                </c:pt>
                <c:pt idx="59">
                  <c:v>29.9</c:v>
                </c:pt>
                <c:pt idx="60">
                  <c:v>30.3</c:v>
                </c:pt>
                <c:pt idx="61">
                  <c:v>30.7</c:v>
                </c:pt>
                <c:pt idx="62">
                  <c:v>31.1</c:v>
                </c:pt>
                <c:pt idx="63">
                  <c:v>31.5</c:v>
                </c:pt>
                <c:pt idx="64">
                  <c:v>31.9</c:v>
                </c:pt>
                <c:pt idx="65">
                  <c:v>32.299999999999997</c:v>
                </c:pt>
                <c:pt idx="66">
                  <c:v>32.700000000000003</c:v>
                </c:pt>
                <c:pt idx="67">
                  <c:v>33.1</c:v>
                </c:pt>
                <c:pt idx="68">
                  <c:v>33.5</c:v>
                </c:pt>
                <c:pt idx="69">
                  <c:v>33.9</c:v>
                </c:pt>
                <c:pt idx="70">
                  <c:v>34.299999999999997</c:v>
                </c:pt>
                <c:pt idx="71">
                  <c:v>34.700000000000003</c:v>
                </c:pt>
                <c:pt idx="72">
                  <c:v>35.1</c:v>
                </c:pt>
                <c:pt idx="73">
                  <c:v>35.5</c:v>
                </c:pt>
                <c:pt idx="74">
                  <c:v>35.9</c:v>
                </c:pt>
                <c:pt idx="75">
                  <c:v>36.299999999999997</c:v>
                </c:pt>
                <c:pt idx="76">
                  <c:v>36.700000000000003</c:v>
                </c:pt>
                <c:pt idx="77">
                  <c:v>37.1</c:v>
                </c:pt>
                <c:pt idx="78">
                  <c:v>37.5</c:v>
                </c:pt>
                <c:pt idx="79">
                  <c:v>37.9</c:v>
                </c:pt>
                <c:pt idx="80">
                  <c:v>38.299999999999997</c:v>
                </c:pt>
                <c:pt idx="81">
                  <c:v>38.700000000000003</c:v>
                </c:pt>
                <c:pt idx="82">
                  <c:v>39.1</c:v>
                </c:pt>
                <c:pt idx="83">
                  <c:v>39.5</c:v>
                </c:pt>
                <c:pt idx="84">
                  <c:v>39.9</c:v>
                </c:pt>
                <c:pt idx="85">
                  <c:v>40.299999999999997</c:v>
                </c:pt>
                <c:pt idx="86">
                  <c:v>40.700000000000003</c:v>
                </c:pt>
                <c:pt idx="87">
                  <c:v>41.1</c:v>
                </c:pt>
                <c:pt idx="88">
                  <c:v>41.5</c:v>
                </c:pt>
                <c:pt idx="89">
                  <c:v>41.9</c:v>
                </c:pt>
                <c:pt idx="90">
                  <c:v>42.3</c:v>
                </c:pt>
                <c:pt idx="91">
                  <c:v>42.7</c:v>
                </c:pt>
                <c:pt idx="92">
                  <c:v>43.1</c:v>
                </c:pt>
                <c:pt idx="93">
                  <c:v>43.5</c:v>
                </c:pt>
                <c:pt idx="94">
                  <c:v>43.9</c:v>
                </c:pt>
                <c:pt idx="95">
                  <c:v>44.3</c:v>
                </c:pt>
                <c:pt idx="96">
                  <c:v>44.7</c:v>
                </c:pt>
                <c:pt idx="97">
                  <c:v>45.1</c:v>
                </c:pt>
                <c:pt idx="98">
                  <c:v>45.5</c:v>
                </c:pt>
                <c:pt idx="99">
                  <c:v>45.9</c:v>
                </c:pt>
                <c:pt idx="100">
                  <c:v>46.3</c:v>
                </c:pt>
                <c:pt idx="101">
                  <c:v>46.7</c:v>
                </c:pt>
                <c:pt idx="102">
                  <c:v>47.1</c:v>
                </c:pt>
                <c:pt idx="103">
                  <c:v>47.5</c:v>
                </c:pt>
                <c:pt idx="104">
                  <c:v>47.9</c:v>
                </c:pt>
                <c:pt idx="105">
                  <c:v>48.3</c:v>
                </c:pt>
                <c:pt idx="106">
                  <c:v>48.7</c:v>
                </c:pt>
                <c:pt idx="107">
                  <c:v>49.1</c:v>
                </c:pt>
                <c:pt idx="108">
                  <c:v>49.5</c:v>
                </c:pt>
                <c:pt idx="109">
                  <c:v>49.9</c:v>
                </c:pt>
                <c:pt idx="110">
                  <c:v>50.3</c:v>
                </c:pt>
                <c:pt idx="111">
                  <c:v>50.7</c:v>
                </c:pt>
                <c:pt idx="112">
                  <c:v>51.1</c:v>
                </c:pt>
                <c:pt idx="113">
                  <c:v>51.5</c:v>
                </c:pt>
                <c:pt idx="114">
                  <c:v>51.9</c:v>
                </c:pt>
                <c:pt idx="115">
                  <c:v>52.3</c:v>
                </c:pt>
                <c:pt idx="116">
                  <c:v>52.7</c:v>
                </c:pt>
                <c:pt idx="117">
                  <c:v>53.1</c:v>
                </c:pt>
                <c:pt idx="118">
                  <c:v>53.5</c:v>
                </c:pt>
                <c:pt idx="119">
                  <c:v>53.9</c:v>
                </c:pt>
                <c:pt idx="120">
                  <c:v>54.3</c:v>
                </c:pt>
                <c:pt idx="121">
                  <c:v>54.7</c:v>
                </c:pt>
                <c:pt idx="122">
                  <c:v>55.1</c:v>
                </c:pt>
                <c:pt idx="123">
                  <c:v>55.5</c:v>
                </c:pt>
                <c:pt idx="124">
                  <c:v>55.9</c:v>
                </c:pt>
                <c:pt idx="125">
                  <c:v>56.3</c:v>
                </c:pt>
                <c:pt idx="126">
                  <c:v>56.7</c:v>
                </c:pt>
                <c:pt idx="127">
                  <c:v>57.1</c:v>
                </c:pt>
                <c:pt idx="128">
                  <c:v>57.5</c:v>
                </c:pt>
                <c:pt idx="129">
                  <c:v>57.9</c:v>
                </c:pt>
                <c:pt idx="130">
                  <c:v>58.3</c:v>
                </c:pt>
                <c:pt idx="131">
                  <c:v>58.7</c:v>
                </c:pt>
                <c:pt idx="132">
                  <c:v>59.1</c:v>
                </c:pt>
                <c:pt idx="133">
                  <c:v>59.5</c:v>
                </c:pt>
                <c:pt idx="134">
                  <c:v>59.9</c:v>
                </c:pt>
              </c:numCache>
            </c:numRef>
          </c:xVal>
          <c:yVal>
            <c:numRef>
              <c:f>Data!$B$2:$B$136</c:f>
              <c:numCache>
                <c:formatCode>General</c:formatCode>
                <c:ptCount val="135"/>
                <c:pt idx="0">
                  <c:v>1.5337094664573669E-2</c:v>
                </c:pt>
                <c:pt idx="1">
                  <c:v>1.1138828471302986E-2</c:v>
                </c:pt>
                <c:pt idx="2">
                  <c:v>1.4836344867944716E-2</c:v>
                </c:pt>
                <c:pt idx="3">
                  <c:v>1.3721545226871967E-2</c:v>
                </c:pt>
                <c:pt idx="4">
                  <c:v>6.3962857238948345E-3</c:v>
                </c:pt>
                <c:pt idx="5">
                  <c:v>1.4348375611007214E-2</c:v>
                </c:pt>
                <c:pt idx="6">
                  <c:v>8.0875465646386147E-3</c:v>
                </c:pt>
                <c:pt idx="7">
                  <c:v>1.2382390908896925E-2</c:v>
                </c:pt>
                <c:pt idx="8">
                  <c:v>7.310937624424696E-3</c:v>
                </c:pt>
                <c:pt idx="9">
                  <c:v>3.0207398813217878E-3</c:v>
                </c:pt>
                <c:pt idx="10">
                  <c:v>8.1598404794931412E-3</c:v>
                </c:pt>
                <c:pt idx="11">
                  <c:v>4.7681662254035473E-3</c:v>
                </c:pt>
                <c:pt idx="12">
                  <c:v>6.9019254297018051E-3</c:v>
                </c:pt>
                <c:pt idx="13">
                  <c:v>5.7558962143957615E-3</c:v>
                </c:pt>
                <c:pt idx="14">
                  <c:v>4.0956288576126099E-3</c:v>
                </c:pt>
                <c:pt idx="15">
                  <c:v>1.6028935089707375E-2</c:v>
                </c:pt>
                <c:pt idx="16">
                  <c:v>1.826932281255722E-2</c:v>
                </c:pt>
                <c:pt idx="17">
                  <c:v>3.3469170331954956E-2</c:v>
                </c:pt>
                <c:pt idx="18">
                  <c:v>4.1205793619155891E-2</c:v>
                </c:pt>
                <c:pt idx="19">
                  <c:v>2.4712970480322841E-2</c:v>
                </c:pt>
                <c:pt idx="20">
                  <c:v>3.5192698240280151E-2</c:v>
                </c:pt>
                <c:pt idx="21">
                  <c:v>8.9382408186793327E-3</c:v>
                </c:pt>
                <c:pt idx="22">
                  <c:v>1.2118850834667684E-2</c:v>
                </c:pt>
                <c:pt idx="23">
                  <c:v>6.3167703337967396E-3</c:v>
                </c:pt>
                <c:pt idx="24">
                  <c:v>2.6368822436779737E-3</c:v>
                </c:pt>
                <c:pt idx="25">
                  <c:v>3.5314785782247782E-3</c:v>
                </c:pt>
                <c:pt idx="26">
                  <c:v>2.286118920892477E-3</c:v>
                </c:pt>
                <c:pt idx="27">
                  <c:v>5.4368819110095501E-3</c:v>
                </c:pt>
                <c:pt idx="28">
                  <c:v>5.7171164080500603E-3</c:v>
                </c:pt>
                <c:pt idx="29">
                  <c:v>2.9772217385470867E-3</c:v>
                </c:pt>
                <c:pt idx="30">
                  <c:v>6.6282837651669979E-3</c:v>
                </c:pt>
                <c:pt idx="31">
                  <c:v>5.6015788577497005E-3</c:v>
                </c:pt>
                <c:pt idx="32">
                  <c:v>1.5057076700031756E-2</c:v>
                </c:pt>
                <c:pt idx="33">
                  <c:v>0.95913845300674438</c:v>
                </c:pt>
                <c:pt idx="34">
                  <c:v>0.99807715415954601</c:v>
                </c:pt>
                <c:pt idx="35">
                  <c:v>0.99659574031829845</c:v>
                </c:pt>
                <c:pt idx="36">
                  <c:v>0.996593177318573</c:v>
                </c:pt>
                <c:pt idx="37">
                  <c:v>0.99675118923187256</c:v>
                </c:pt>
                <c:pt idx="38">
                  <c:v>0.99723714590072643</c:v>
                </c:pt>
                <c:pt idx="39">
                  <c:v>0.99762147665023804</c:v>
                </c:pt>
                <c:pt idx="40">
                  <c:v>0.99431669712066639</c:v>
                </c:pt>
                <c:pt idx="41">
                  <c:v>0.99583584070205677</c:v>
                </c:pt>
                <c:pt idx="42">
                  <c:v>0.99556994438171398</c:v>
                </c:pt>
                <c:pt idx="43">
                  <c:v>0.99720889329910278</c:v>
                </c:pt>
                <c:pt idx="44">
                  <c:v>0.99708867073059082</c:v>
                </c:pt>
                <c:pt idx="45">
                  <c:v>0.99561887979507435</c:v>
                </c:pt>
                <c:pt idx="46">
                  <c:v>0.99361211061477661</c:v>
                </c:pt>
                <c:pt idx="47">
                  <c:v>0.99474745988845836</c:v>
                </c:pt>
                <c:pt idx="48">
                  <c:v>0.99887996912002563</c:v>
                </c:pt>
                <c:pt idx="49">
                  <c:v>0.99901640415191639</c:v>
                </c:pt>
                <c:pt idx="50">
                  <c:v>0.99117892980575562</c:v>
                </c:pt>
                <c:pt idx="51">
                  <c:v>0.98616802692413319</c:v>
                </c:pt>
                <c:pt idx="52">
                  <c:v>0.99388724565505981</c:v>
                </c:pt>
                <c:pt idx="53">
                  <c:v>0.99745112657546997</c:v>
                </c:pt>
                <c:pt idx="54">
                  <c:v>0.99820786714553844</c:v>
                </c:pt>
                <c:pt idx="55">
                  <c:v>0.99655312299728405</c:v>
                </c:pt>
                <c:pt idx="56">
                  <c:v>0.99405872821807861</c:v>
                </c:pt>
                <c:pt idx="57">
                  <c:v>0.99578845500946045</c:v>
                </c:pt>
                <c:pt idx="58">
                  <c:v>0.99725466966629039</c:v>
                </c:pt>
                <c:pt idx="59">
                  <c:v>0.87080681324005127</c:v>
                </c:pt>
                <c:pt idx="60">
                  <c:v>7.095731794834137E-2</c:v>
                </c:pt>
                <c:pt idx="61">
                  <c:v>4.9293781630694866E-3</c:v>
                </c:pt>
                <c:pt idx="62">
                  <c:v>8.350469172000885E-3</c:v>
                </c:pt>
                <c:pt idx="63">
                  <c:v>1.3002540916204453E-2</c:v>
                </c:pt>
                <c:pt idx="64">
                  <c:v>1.3127860613167286E-2</c:v>
                </c:pt>
                <c:pt idx="65">
                  <c:v>3.9518516510725021E-2</c:v>
                </c:pt>
                <c:pt idx="66">
                  <c:v>2.8881924226880074E-2</c:v>
                </c:pt>
                <c:pt idx="67">
                  <c:v>2.5407969951629639E-2</c:v>
                </c:pt>
                <c:pt idx="68">
                  <c:v>1.4654899947345257E-2</c:v>
                </c:pt>
                <c:pt idx="69">
                  <c:v>5.2059171721339226E-3</c:v>
                </c:pt>
                <c:pt idx="70">
                  <c:v>7.1090622805058956E-3</c:v>
                </c:pt>
                <c:pt idx="71">
                  <c:v>3.3275727182626724E-3</c:v>
                </c:pt>
                <c:pt idx="72">
                  <c:v>6.4360159449279308E-3</c:v>
                </c:pt>
                <c:pt idx="73">
                  <c:v>6.8054771982133389E-3</c:v>
                </c:pt>
                <c:pt idx="74">
                  <c:v>3.1079575419425964E-3</c:v>
                </c:pt>
                <c:pt idx="75">
                  <c:v>7.2098732925951481E-3</c:v>
                </c:pt>
                <c:pt idx="76">
                  <c:v>5.9227962046861649E-3</c:v>
                </c:pt>
                <c:pt idx="77">
                  <c:v>1.0128294117748736E-2</c:v>
                </c:pt>
                <c:pt idx="78">
                  <c:v>1.5964461490511894E-2</c:v>
                </c:pt>
                <c:pt idx="79">
                  <c:v>7.5406115502119064E-3</c:v>
                </c:pt>
                <c:pt idx="80">
                  <c:v>1.3953997753560545E-2</c:v>
                </c:pt>
                <c:pt idx="81">
                  <c:v>6.1572976410388947E-3</c:v>
                </c:pt>
                <c:pt idx="82">
                  <c:v>9.5567358657717705E-3</c:v>
                </c:pt>
                <c:pt idx="83">
                  <c:v>7.3263808153569698E-3</c:v>
                </c:pt>
                <c:pt idx="84">
                  <c:v>3.5090830642730002E-3</c:v>
                </c:pt>
                <c:pt idx="85">
                  <c:v>8.7877018377184868E-3</c:v>
                </c:pt>
                <c:pt idx="86">
                  <c:v>4.6811089850962162E-3</c:v>
                </c:pt>
                <c:pt idx="87">
                  <c:v>8.512347936630249E-3</c:v>
                </c:pt>
                <c:pt idx="88">
                  <c:v>9.258919395506382E-3</c:v>
                </c:pt>
                <c:pt idx="89">
                  <c:v>8.6989244446158409E-3</c:v>
                </c:pt>
                <c:pt idx="90">
                  <c:v>2.6902537792921063E-2</c:v>
                </c:pt>
                <c:pt idx="91">
                  <c:v>1.0701150633394718E-2</c:v>
                </c:pt>
                <c:pt idx="92">
                  <c:v>1.2177471071481705E-2</c:v>
                </c:pt>
                <c:pt idx="93">
                  <c:v>1.2221278622746468E-2</c:v>
                </c:pt>
                <c:pt idx="94">
                  <c:v>6.4177676104009151E-3</c:v>
                </c:pt>
                <c:pt idx="95">
                  <c:v>1.9373256713151932E-2</c:v>
                </c:pt>
                <c:pt idx="96">
                  <c:v>1.3942756690084934E-2</c:v>
                </c:pt>
                <c:pt idx="97">
                  <c:v>1.37247322127223E-2</c:v>
                </c:pt>
                <c:pt idx="98">
                  <c:v>1.3426579535007477E-2</c:v>
                </c:pt>
                <c:pt idx="99">
                  <c:v>8.4629105404019356E-3</c:v>
                </c:pt>
                <c:pt idx="100">
                  <c:v>1.8109995871782303E-2</c:v>
                </c:pt>
                <c:pt idx="101">
                  <c:v>7.897363044321537E-3</c:v>
                </c:pt>
                <c:pt idx="102">
                  <c:v>1.1366001330316068E-2</c:v>
                </c:pt>
                <c:pt idx="103">
                  <c:v>7.3763341642916203E-3</c:v>
                </c:pt>
                <c:pt idx="104">
                  <c:v>4.105797503143549E-3</c:v>
                </c:pt>
                <c:pt idx="105">
                  <c:v>8.9941062033176422E-3</c:v>
                </c:pt>
                <c:pt idx="106">
                  <c:v>4.1732708923518658E-3</c:v>
                </c:pt>
                <c:pt idx="107">
                  <c:v>7.0410291664302349E-3</c:v>
                </c:pt>
                <c:pt idx="108">
                  <c:v>1.0894987732172012E-2</c:v>
                </c:pt>
                <c:pt idx="109">
                  <c:v>1.2301563285291197E-2</c:v>
                </c:pt>
                <c:pt idx="110">
                  <c:v>3.5381529480218887E-2</c:v>
                </c:pt>
                <c:pt idx="111">
                  <c:v>2.3061875253915787E-2</c:v>
                </c:pt>
                <c:pt idx="112">
                  <c:v>2.2508693858981133E-2</c:v>
                </c:pt>
                <c:pt idx="113">
                  <c:v>1.4141726307570934E-2</c:v>
                </c:pt>
                <c:pt idx="114">
                  <c:v>4.4781011529266834E-3</c:v>
                </c:pt>
                <c:pt idx="115">
                  <c:v>1.0315965861082075E-2</c:v>
                </c:pt>
                <c:pt idx="116">
                  <c:v>5.493795033544302E-3</c:v>
                </c:pt>
                <c:pt idx="117">
                  <c:v>1.116071455180645E-2</c:v>
                </c:pt>
                <c:pt idx="118">
                  <c:v>9.9285179749131203E-3</c:v>
                </c:pt>
                <c:pt idx="119">
                  <c:v>4.6463925391435623E-3</c:v>
                </c:pt>
                <c:pt idx="120">
                  <c:v>1.2108197435736656E-2</c:v>
                </c:pt>
                <c:pt idx="121">
                  <c:v>6.8158311769366264E-3</c:v>
                </c:pt>
                <c:pt idx="122">
                  <c:v>1.0785015299916267E-2</c:v>
                </c:pt>
                <c:pt idx="123">
                  <c:v>9.2153232544660568E-3</c:v>
                </c:pt>
                <c:pt idx="124">
                  <c:v>5.0337803550064564E-3</c:v>
                </c:pt>
                <c:pt idx="125">
                  <c:v>1.7270473763346672E-2</c:v>
                </c:pt>
                <c:pt idx="126">
                  <c:v>1.7006084322929382E-2</c:v>
                </c:pt>
                <c:pt idx="127">
                  <c:v>2.1834742277860641E-2</c:v>
                </c:pt>
                <c:pt idx="128">
                  <c:v>1.742442324757576E-2</c:v>
                </c:pt>
                <c:pt idx="129">
                  <c:v>7.3900786228477955E-3</c:v>
                </c:pt>
                <c:pt idx="130">
                  <c:v>1.4221182093024254E-2</c:v>
                </c:pt>
                <c:pt idx="131">
                  <c:v>9.6218539401888847E-3</c:v>
                </c:pt>
                <c:pt idx="132">
                  <c:v>2.5140462443232536E-2</c:v>
                </c:pt>
                <c:pt idx="133">
                  <c:v>1.9192591309547424E-2</c:v>
                </c:pt>
                <c:pt idx="134">
                  <c:v>7.8832264989614487E-3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04-4E0A-89B1-8705BB26C404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AI 임계값</c:v>
                </c:pt>
              </c:strCache>
            </c:strRef>
          </c:tx>
          <c:spPr>
            <a:ln w="25400" cap="rnd">
              <a:solidFill>
                <a:srgbClr val="087E7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Data!$C$2:$C$3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Data!$D$2:$D$3</c:f>
              <c:numCache>
                <c:formatCode>General</c:formatCode>
                <c:ptCount val="2"/>
                <c:pt idx="0">
                  <c:v>0.17412868142127991</c:v>
                </c:pt>
                <c:pt idx="1">
                  <c:v>0.17412868142127991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04-4E0A-89B1-8705BB26C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30448"/>
        <c:axId val="1087156815"/>
      </c:scatterChart>
      <c:valAx>
        <c:axId val="1135530448"/>
        <c:scaling>
          <c:orientation val="minMax"/>
          <c:max val="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56815"/>
        <c:crosses val="autoZero"/>
        <c:crossBetween val="midCat"/>
      </c:valAx>
      <c:valAx>
        <c:axId val="108715681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30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3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Data!$B$2:$B$33</c:f>
              <c:numCache>
                <c:formatCode>General</c:formatCode>
                <c:ptCount val="32"/>
                <c:pt idx="0">
                  <c:v>0.52286273241043091</c:v>
                </c:pt>
                <c:pt idx="1">
                  <c:v>0.28364309668540955</c:v>
                </c:pt>
                <c:pt idx="2">
                  <c:v>0.17606481909751892</c:v>
                </c:pt>
                <c:pt idx="3">
                  <c:v>0.13286277651786804</c:v>
                </c:pt>
                <c:pt idx="4">
                  <c:v>0.10794109106063844</c:v>
                </c:pt>
                <c:pt idx="5">
                  <c:v>8.9260339736938477E-2</c:v>
                </c:pt>
                <c:pt idx="6">
                  <c:v>7.4509590864181519E-2</c:v>
                </c:pt>
                <c:pt idx="7">
                  <c:v>6.3807643949985504E-2</c:v>
                </c:pt>
                <c:pt idx="8">
                  <c:v>5.4770294576883309E-2</c:v>
                </c:pt>
                <c:pt idx="9">
                  <c:v>4.7843851149082184E-2</c:v>
                </c:pt>
                <c:pt idx="10">
                  <c:v>4.2744211852550507E-2</c:v>
                </c:pt>
                <c:pt idx="11">
                  <c:v>3.8671776652336121E-2</c:v>
                </c:pt>
                <c:pt idx="12">
                  <c:v>3.8985341787338257E-2</c:v>
                </c:pt>
                <c:pt idx="13">
                  <c:v>0.13623809814453125</c:v>
                </c:pt>
                <c:pt idx="14">
                  <c:v>3.7115685641765594E-2</c:v>
                </c:pt>
                <c:pt idx="15">
                  <c:v>3.1913537532091141E-2</c:v>
                </c:pt>
                <c:pt idx="16">
                  <c:v>2.900528721511364E-2</c:v>
                </c:pt>
                <c:pt idx="17">
                  <c:v>2.6667613536119461E-2</c:v>
                </c:pt>
                <c:pt idx="18">
                  <c:v>2.4656713008880615E-2</c:v>
                </c:pt>
                <c:pt idx="19">
                  <c:v>2.2874977439641953E-2</c:v>
                </c:pt>
                <c:pt idx="20">
                  <c:v>2.1273244172334671E-2</c:v>
                </c:pt>
                <c:pt idx="21">
                  <c:v>1.9822267815470695E-2</c:v>
                </c:pt>
                <c:pt idx="22">
                  <c:v>1.8501073122024536E-2</c:v>
                </c:pt>
                <c:pt idx="23">
                  <c:v>1.7333194613456726E-2</c:v>
                </c:pt>
                <c:pt idx="24">
                  <c:v>1.6725409775972366E-2</c:v>
                </c:pt>
                <c:pt idx="25">
                  <c:v>1.6159657388925552E-2</c:v>
                </c:pt>
                <c:pt idx="26">
                  <c:v>1.5611630864441397E-2</c:v>
                </c:pt>
                <c:pt idx="27">
                  <c:v>1.5086323954164982E-2</c:v>
                </c:pt>
                <c:pt idx="28">
                  <c:v>1.48116834461689E-2</c:v>
                </c:pt>
                <c:pt idx="29">
                  <c:v>1.4544419944286346E-2</c:v>
                </c:pt>
                <c:pt idx="30">
                  <c:v>1.4279279857873917E-2</c:v>
                </c:pt>
                <c:pt idx="31">
                  <c:v>1.414185855537653E-2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81-48C2-A620-1D8CE1EC967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xVal>
          <c:yVal>
            <c:numRef>
              <c:f>Data!$D$2:$D$33</c:f>
              <c:numCache>
                <c:formatCode>General</c:formatCode>
                <c:ptCount val="32"/>
                <c:pt idx="0">
                  <c:v>0.42539170384407038</c:v>
                </c:pt>
                <c:pt idx="1">
                  <c:v>0.20289982855319977</c:v>
                </c:pt>
                <c:pt idx="2">
                  <c:v>0.14691063761711121</c:v>
                </c:pt>
                <c:pt idx="3">
                  <c:v>0.12111487984657288</c:v>
                </c:pt>
                <c:pt idx="4">
                  <c:v>0.10408829152584076</c:v>
                </c:pt>
                <c:pt idx="5">
                  <c:v>8.8406920433044434E-2</c:v>
                </c:pt>
                <c:pt idx="6">
                  <c:v>7.4105441570281982E-2</c:v>
                </c:pt>
                <c:pt idx="7">
                  <c:v>6.5554864704608917E-2</c:v>
                </c:pt>
                <c:pt idx="8">
                  <c:v>5.8780156075954437E-2</c:v>
                </c:pt>
                <c:pt idx="9">
                  <c:v>5.4902080446481705E-2</c:v>
                </c:pt>
                <c:pt idx="10">
                  <c:v>5.3272396326065063E-2</c:v>
                </c:pt>
                <c:pt idx="11">
                  <c:v>5.2793741226196289E-2</c:v>
                </c:pt>
                <c:pt idx="12">
                  <c:v>5.7258434593677521E-2</c:v>
                </c:pt>
                <c:pt idx="13">
                  <c:v>6.7160986363887787E-2</c:v>
                </c:pt>
                <c:pt idx="14">
                  <c:v>4.9140304327011108E-2</c:v>
                </c:pt>
                <c:pt idx="15">
                  <c:v>4.6687792986631393E-2</c:v>
                </c:pt>
                <c:pt idx="16">
                  <c:v>4.5677810907363892E-2</c:v>
                </c:pt>
                <c:pt idx="17">
                  <c:v>4.5043684542179108E-2</c:v>
                </c:pt>
                <c:pt idx="18">
                  <c:v>4.4645797461271286E-2</c:v>
                </c:pt>
                <c:pt idx="19">
                  <c:v>4.4415131211280823E-2</c:v>
                </c:pt>
                <c:pt idx="20">
                  <c:v>4.4317994266748428E-2</c:v>
                </c:pt>
                <c:pt idx="21">
                  <c:v>4.4327329844236374E-2</c:v>
                </c:pt>
                <c:pt idx="22">
                  <c:v>4.4418226927518845E-2</c:v>
                </c:pt>
                <c:pt idx="23">
                  <c:v>4.3872959911823273E-2</c:v>
                </c:pt>
                <c:pt idx="24">
                  <c:v>4.3951604515314102E-2</c:v>
                </c:pt>
                <c:pt idx="25">
                  <c:v>4.4101893901824951E-2</c:v>
                </c:pt>
                <c:pt idx="26">
                  <c:v>4.4268403202295303E-2</c:v>
                </c:pt>
                <c:pt idx="27">
                  <c:v>4.4161580502986908E-2</c:v>
                </c:pt>
                <c:pt idx="28">
                  <c:v>4.4191811233758926E-2</c:v>
                </c:pt>
                <c:pt idx="29">
                  <c:v>4.4282343238592148E-2</c:v>
                </c:pt>
                <c:pt idx="30">
                  <c:v>4.4279832392930984E-2</c:v>
                </c:pt>
                <c:pt idx="31">
                  <c:v>4.4304464012384415E-2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81-48C2-A620-1D8CE1EC9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5559680"/>
        <c:axId val="1087188015"/>
      </c:scatterChart>
      <c:valAx>
        <c:axId val="1135559680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88015"/>
        <c:crosses val="autoZero"/>
        <c:crossBetween val="midCat"/>
      </c:valAx>
      <c:valAx>
        <c:axId val="1087188015"/>
        <c:scaling>
          <c:orientation val="minMax"/>
          <c:max val="0.6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355596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Data!$A$2:$A$1622</c:f>
              <c:numCache>
                <c:formatCode>General</c:formatCode>
                <c:ptCount val="16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0.98787878787878802</c:v>
                </c:pt>
                <c:pt idx="953">
                  <c:v>0.98787878787878802</c:v>
                </c:pt>
                <c:pt idx="954">
                  <c:v>0.98787878787878802</c:v>
                </c:pt>
                <c:pt idx="955">
                  <c:v>0.98787878787878802</c:v>
                </c:pt>
                <c:pt idx="956">
                  <c:v>0.98787878787878802</c:v>
                </c:pt>
                <c:pt idx="957">
                  <c:v>0.98787878787878802</c:v>
                </c:pt>
                <c:pt idx="958">
                  <c:v>0.98787878787878802</c:v>
                </c:pt>
                <c:pt idx="959">
                  <c:v>0.98181818181818181</c:v>
                </c:pt>
                <c:pt idx="960">
                  <c:v>0.98181818181818181</c:v>
                </c:pt>
                <c:pt idx="961">
                  <c:v>0.98181818181818181</c:v>
                </c:pt>
                <c:pt idx="962">
                  <c:v>0.98181818181818181</c:v>
                </c:pt>
                <c:pt idx="963">
                  <c:v>0.98181818181818181</c:v>
                </c:pt>
                <c:pt idx="964">
                  <c:v>0.98181818181818181</c:v>
                </c:pt>
                <c:pt idx="965">
                  <c:v>0.98181818181818181</c:v>
                </c:pt>
                <c:pt idx="966">
                  <c:v>0.98181818181818181</c:v>
                </c:pt>
                <c:pt idx="967">
                  <c:v>0.98181818181818181</c:v>
                </c:pt>
                <c:pt idx="968">
                  <c:v>0.98181818181818181</c:v>
                </c:pt>
                <c:pt idx="969">
                  <c:v>0.98181818181818181</c:v>
                </c:pt>
                <c:pt idx="970">
                  <c:v>0.98181818181818181</c:v>
                </c:pt>
                <c:pt idx="971">
                  <c:v>0.98181818181818181</c:v>
                </c:pt>
                <c:pt idx="972">
                  <c:v>0.98181818181818181</c:v>
                </c:pt>
                <c:pt idx="973">
                  <c:v>0.9757575757575756</c:v>
                </c:pt>
                <c:pt idx="974">
                  <c:v>0.9757575757575756</c:v>
                </c:pt>
                <c:pt idx="975">
                  <c:v>0.96969696969696961</c:v>
                </c:pt>
                <c:pt idx="976">
                  <c:v>0.96969696969696961</c:v>
                </c:pt>
                <c:pt idx="977">
                  <c:v>0.96969696969696961</c:v>
                </c:pt>
                <c:pt idx="978">
                  <c:v>0.96969696969696961</c:v>
                </c:pt>
                <c:pt idx="979">
                  <c:v>0.96969696969696961</c:v>
                </c:pt>
                <c:pt idx="980">
                  <c:v>0.96969696969696961</c:v>
                </c:pt>
                <c:pt idx="981">
                  <c:v>0.96969696969696961</c:v>
                </c:pt>
                <c:pt idx="982">
                  <c:v>0.96969696969696961</c:v>
                </c:pt>
                <c:pt idx="983">
                  <c:v>0.96969696969696961</c:v>
                </c:pt>
                <c:pt idx="984">
                  <c:v>0.96969696969696961</c:v>
                </c:pt>
                <c:pt idx="985">
                  <c:v>0.96969696969696961</c:v>
                </c:pt>
                <c:pt idx="986">
                  <c:v>0.96969696969696961</c:v>
                </c:pt>
                <c:pt idx="987">
                  <c:v>0.96969696969696961</c:v>
                </c:pt>
                <c:pt idx="988">
                  <c:v>0.96969696969696961</c:v>
                </c:pt>
                <c:pt idx="989">
                  <c:v>0.96969696969696961</c:v>
                </c:pt>
                <c:pt idx="990">
                  <c:v>0.96969696969696961</c:v>
                </c:pt>
                <c:pt idx="991">
                  <c:v>0.96969696969696961</c:v>
                </c:pt>
                <c:pt idx="992">
                  <c:v>0.96969696969696961</c:v>
                </c:pt>
                <c:pt idx="993">
                  <c:v>0.96969696969696961</c:v>
                </c:pt>
                <c:pt idx="994">
                  <c:v>0.96969696969696961</c:v>
                </c:pt>
                <c:pt idx="995">
                  <c:v>0.96969696969696961</c:v>
                </c:pt>
                <c:pt idx="996">
                  <c:v>0.96969696969696961</c:v>
                </c:pt>
                <c:pt idx="997">
                  <c:v>0.96969696969696961</c:v>
                </c:pt>
                <c:pt idx="998">
                  <c:v>0.96969696969696961</c:v>
                </c:pt>
                <c:pt idx="999">
                  <c:v>0.96969696969696961</c:v>
                </c:pt>
                <c:pt idx="1000">
                  <c:v>0.96969696969696961</c:v>
                </c:pt>
                <c:pt idx="1001">
                  <c:v>0.96969696969696961</c:v>
                </c:pt>
                <c:pt idx="1002">
                  <c:v>0.96969696969696961</c:v>
                </c:pt>
                <c:pt idx="1003">
                  <c:v>0.96969696969696961</c:v>
                </c:pt>
                <c:pt idx="1004">
                  <c:v>0.96969696969696961</c:v>
                </c:pt>
                <c:pt idx="1005">
                  <c:v>0.96969696969696961</c:v>
                </c:pt>
                <c:pt idx="1006">
                  <c:v>0.96969696969696961</c:v>
                </c:pt>
                <c:pt idx="1007">
                  <c:v>0.96969696969696961</c:v>
                </c:pt>
                <c:pt idx="1008">
                  <c:v>0.96969696969696961</c:v>
                </c:pt>
                <c:pt idx="1009">
                  <c:v>0.96969696969696961</c:v>
                </c:pt>
                <c:pt idx="1010">
                  <c:v>0.96969696969696961</c:v>
                </c:pt>
                <c:pt idx="1011">
                  <c:v>0.96969696969696961</c:v>
                </c:pt>
                <c:pt idx="1012">
                  <c:v>0.96969696969696961</c:v>
                </c:pt>
                <c:pt idx="1013">
                  <c:v>0.96969696969696961</c:v>
                </c:pt>
                <c:pt idx="1014">
                  <c:v>0.96969696969696961</c:v>
                </c:pt>
                <c:pt idx="1015">
                  <c:v>0.96969696969696961</c:v>
                </c:pt>
                <c:pt idx="1016">
                  <c:v>0.96969696969696961</c:v>
                </c:pt>
                <c:pt idx="1017">
                  <c:v>0.96969696969696961</c:v>
                </c:pt>
                <c:pt idx="1018">
                  <c:v>0.96969696969696961</c:v>
                </c:pt>
                <c:pt idx="1019">
                  <c:v>0.96969696969696961</c:v>
                </c:pt>
                <c:pt idx="1020">
                  <c:v>0.96969696969696961</c:v>
                </c:pt>
                <c:pt idx="1021">
                  <c:v>0.96969696969696961</c:v>
                </c:pt>
                <c:pt idx="1022">
                  <c:v>0.96969696969696961</c:v>
                </c:pt>
                <c:pt idx="1023">
                  <c:v>0.96969696969696961</c:v>
                </c:pt>
                <c:pt idx="1024">
                  <c:v>0.96969696969696961</c:v>
                </c:pt>
                <c:pt idx="1025">
                  <c:v>0.96969696969696961</c:v>
                </c:pt>
                <c:pt idx="1026">
                  <c:v>0.96969696969696961</c:v>
                </c:pt>
                <c:pt idx="1027">
                  <c:v>0.96969696969696961</c:v>
                </c:pt>
                <c:pt idx="1028">
                  <c:v>0.96969696969696961</c:v>
                </c:pt>
                <c:pt idx="1029">
                  <c:v>0.96969696969696961</c:v>
                </c:pt>
                <c:pt idx="1030">
                  <c:v>0.96969696969696961</c:v>
                </c:pt>
                <c:pt idx="1031">
                  <c:v>0.96969696969696961</c:v>
                </c:pt>
                <c:pt idx="1032">
                  <c:v>0.96969696969696961</c:v>
                </c:pt>
                <c:pt idx="1033">
                  <c:v>0.96969696969696961</c:v>
                </c:pt>
                <c:pt idx="1034">
                  <c:v>0.96969696969696961</c:v>
                </c:pt>
                <c:pt idx="1035">
                  <c:v>0.96969696969696961</c:v>
                </c:pt>
                <c:pt idx="1036">
                  <c:v>0.96969696969696961</c:v>
                </c:pt>
                <c:pt idx="1037">
                  <c:v>0.96969696969696961</c:v>
                </c:pt>
                <c:pt idx="1038">
                  <c:v>0.96969696969696961</c:v>
                </c:pt>
                <c:pt idx="1039">
                  <c:v>0.96969696969696961</c:v>
                </c:pt>
                <c:pt idx="1040">
                  <c:v>0.96363636363636362</c:v>
                </c:pt>
                <c:pt idx="1041">
                  <c:v>0.96363636363636362</c:v>
                </c:pt>
                <c:pt idx="1042">
                  <c:v>0.96363636363636362</c:v>
                </c:pt>
                <c:pt idx="1043">
                  <c:v>0.95757575757575764</c:v>
                </c:pt>
                <c:pt idx="1044">
                  <c:v>0.95757575757575764</c:v>
                </c:pt>
                <c:pt idx="1045">
                  <c:v>0.95757575757575764</c:v>
                </c:pt>
                <c:pt idx="1046">
                  <c:v>0.95757575757575764</c:v>
                </c:pt>
                <c:pt idx="1047">
                  <c:v>0.95757575757575764</c:v>
                </c:pt>
                <c:pt idx="1048">
                  <c:v>0.95757575757575764</c:v>
                </c:pt>
                <c:pt idx="1049">
                  <c:v>0.95757575757575764</c:v>
                </c:pt>
                <c:pt idx="1050">
                  <c:v>0.95757575757575764</c:v>
                </c:pt>
                <c:pt idx="1051">
                  <c:v>0.95757575757575764</c:v>
                </c:pt>
                <c:pt idx="1052">
                  <c:v>0.95757575757575764</c:v>
                </c:pt>
                <c:pt idx="1053">
                  <c:v>0.95757575757575764</c:v>
                </c:pt>
                <c:pt idx="1054">
                  <c:v>0.95757575757575764</c:v>
                </c:pt>
                <c:pt idx="1055">
                  <c:v>0.95757575757575764</c:v>
                </c:pt>
                <c:pt idx="1056">
                  <c:v>0.95757575757575764</c:v>
                </c:pt>
                <c:pt idx="1057">
                  <c:v>0.95757575757575764</c:v>
                </c:pt>
                <c:pt idx="1058">
                  <c:v>0.95757575757575764</c:v>
                </c:pt>
                <c:pt idx="1059">
                  <c:v>0.95757575757575764</c:v>
                </c:pt>
                <c:pt idx="1060">
                  <c:v>0.95757575757575764</c:v>
                </c:pt>
                <c:pt idx="1061">
                  <c:v>0.95757575757575764</c:v>
                </c:pt>
                <c:pt idx="1062">
                  <c:v>0.95757575757575764</c:v>
                </c:pt>
                <c:pt idx="1063">
                  <c:v>0.95757575757575764</c:v>
                </c:pt>
                <c:pt idx="1064">
                  <c:v>0.95757575757575764</c:v>
                </c:pt>
                <c:pt idx="1065">
                  <c:v>0.95757575757575764</c:v>
                </c:pt>
                <c:pt idx="1066">
                  <c:v>0.95757575757575764</c:v>
                </c:pt>
                <c:pt idx="1067">
                  <c:v>0.95757575757575764</c:v>
                </c:pt>
                <c:pt idx="1068">
                  <c:v>0.95757575757575764</c:v>
                </c:pt>
                <c:pt idx="1069">
                  <c:v>0.95757575757575764</c:v>
                </c:pt>
                <c:pt idx="1070">
                  <c:v>0.95757575757575764</c:v>
                </c:pt>
                <c:pt idx="1071">
                  <c:v>0.95757575757575764</c:v>
                </c:pt>
                <c:pt idx="1072">
                  <c:v>0.95757575757575764</c:v>
                </c:pt>
                <c:pt idx="1073">
                  <c:v>0.95757575757575764</c:v>
                </c:pt>
                <c:pt idx="1074">
                  <c:v>0.95757575757575764</c:v>
                </c:pt>
                <c:pt idx="1075">
                  <c:v>0.95757575757575764</c:v>
                </c:pt>
                <c:pt idx="1076">
                  <c:v>0.95757575757575764</c:v>
                </c:pt>
                <c:pt idx="1077">
                  <c:v>0.95757575757575764</c:v>
                </c:pt>
                <c:pt idx="1078">
                  <c:v>0.95757575757575764</c:v>
                </c:pt>
                <c:pt idx="1079">
                  <c:v>0.95757575757575764</c:v>
                </c:pt>
                <c:pt idx="1080">
                  <c:v>0.95757575757575764</c:v>
                </c:pt>
                <c:pt idx="1081">
                  <c:v>0.95757575757575764</c:v>
                </c:pt>
                <c:pt idx="1082">
                  <c:v>0.95757575757575764</c:v>
                </c:pt>
                <c:pt idx="1083">
                  <c:v>0.95757575757575764</c:v>
                </c:pt>
                <c:pt idx="1084">
                  <c:v>0.95757575757575764</c:v>
                </c:pt>
                <c:pt idx="1085">
                  <c:v>0.95757575757575764</c:v>
                </c:pt>
                <c:pt idx="1086">
                  <c:v>0.95757575757575764</c:v>
                </c:pt>
                <c:pt idx="1087">
                  <c:v>0.95757575757575764</c:v>
                </c:pt>
                <c:pt idx="1088">
                  <c:v>0.95757575757575764</c:v>
                </c:pt>
                <c:pt idx="1089">
                  <c:v>0.95757575757575764</c:v>
                </c:pt>
                <c:pt idx="1090">
                  <c:v>0.95757575757575764</c:v>
                </c:pt>
                <c:pt idx="1091">
                  <c:v>0.95757575757575764</c:v>
                </c:pt>
                <c:pt idx="1092">
                  <c:v>0.95757575757575764</c:v>
                </c:pt>
                <c:pt idx="1093">
                  <c:v>0.95757575757575764</c:v>
                </c:pt>
                <c:pt idx="1094">
                  <c:v>0.95757575757575764</c:v>
                </c:pt>
                <c:pt idx="1095">
                  <c:v>0.95757575757575764</c:v>
                </c:pt>
                <c:pt idx="1096">
                  <c:v>0.95757575757575764</c:v>
                </c:pt>
                <c:pt idx="1097">
                  <c:v>0.95757575757575764</c:v>
                </c:pt>
                <c:pt idx="1098">
                  <c:v>0.95757575757575764</c:v>
                </c:pt>
                <c:pt idx="1099">
                  <c:v>0.95757575757575764</c:v>
                </c:pt>
                <c:pt idx="1100">
                  <c:v>0.95757575757575764</c:v>
                </c:pt>
                <c:pt idx="1101">
                  <c:v>0.95757575757575764</c:v>
                </c:pt>
                <c:pt idx="1102">
                  <c:v>0.95757575757575764</c:v>
                </c:pt>
                <c:pt idx="1103">
                  <c:v>0.95757575757575764</c:v>
                </c:pt>
                <c:pt idx="1104">
                  <c:v>0.95757575757575764</c:v>
                </c:pt>
                <c:pt idx="1105">
                  <c:v>0.95757575757575764</c:v>
                </c:pt>
                <c:pt idx="1106">
                  <c:v>0.95757575757575764</c:v>
                </c:pt>
                <c:pt idx="1107">
                  <c:v>0.95757575757575764</c:v>
                </c:pt>
                <c:pt idx="1108">
                  <c:v>0.95151515151515165</c:v>
                </c:pt>
                <c:pt idx="1109">
                  <c:v>0.95151515151515165</c:v>
                </c:pt>
                <c:pt idx="1110">
                  <c:v>0.95151515151515165</c:v>
                </c:pt>
                <c:pt idx="1111">
                  <c:v>0.95151515151515165</c:v>
                </c:pt>
                <c:pt idx="1112">
                  <c:v>0.95151515151515165</c:v>
                </c:pt>
                <c:pt idx="1113">
                  <c:v>0.95151515151515165</c:v>
                </c:pt>
                <c:pt idx="1114">
                  <c:v>0.95151515151515165</c:v>
                </c:pt>
                <c:pt idx="1115">
                  <c:v>0.95151515151515165</c:v>
                </c:pt>
                <c:pt idx="1116">
                  <c:v>0.95151515151515165</c:v>
                </c:pt>
                <c:pt idx="1117">
                  <c:v>0.95151515151515165</c:v>
                </c:pt>
                <c:pt idx="1118">
                  <c:v>0.95151515151515165</c:v>
                </c:pt>
                <c:pt idx="1119">
                  <c:v>0.95151515151515165</c:v>
                </c:pt>
                <c:pt idx="1120">
                  <c:v>0.95151515151515165</c:v>
                </c:pt>
                <c:pt idx="1121">
                  <c:v>0.95151515151515165</c:v>
                </c:pt>
                <c:pt idx="1122">
                  <c:v>0.95151515151515165</c:v>
                </c:pt>
                <c:pt idx="1123">
                  <c:v>0.95151515151515165</c:v>
                </c:pt>
                <c:pt idx="1124">
                  <c:v>0.95151515151515165</c:v>
                </c:pt>
                <c:pt idx="1125">
                  <c:v>0.95151515151515165</c:v>
                </c:pt>
                <c:pt idx="1126">
                  <c:v>0.95151515151515165</c:v>
                </c:pt>
                <c:pt idx="1127">
                  <c:v>0.95151515151515165</c:v>
                </c:pt>
                <c:pt idx="1128">
                  <c:v>0.95151515151515165</c:v>
                </c:pt>
                <c:pt idx="1129">
                  <c:v>0.95151515151515165</c:v>
                </c:pt>
                <c:pt idx="1130">
                  <c:v>0.95151515151515165</c:v>
                </c:pt>
                <c:pt idx="1131">
                  <c:v>0.95151515151515165</c:v>
                </c:pt>
                <c:pt idx="1132">
                  <c:v>0.95151515151515165</c:v>
                </c:pt>
                <c:pt idx="1133">
                  <c:v>0.95151515151515165</c:v>
                </c:pt>
                <c:pt idx="1134">
                  <c:v>0.95151515151515165</c:v>
                </c:pt>
                <c:pt idx="1135">
                  <c:v>0.95151515151515165</c:v>
                </c:pt>
                <c:pt idx="1136">
                  <c:v>0.95151515151515165</c:v>
                </c:pt>
                <c:pt idx="1137">
                  <c:v>0.95151515151515165</c:v>
                </c:pt>
                <c:pt idx="1138">
                  <c:v>0.95151515151515165</c:v>
                </c:pt>
                <c:pt idx="1139">
                  <c:v>0.95151515151515165</c:v>
                </c:pt>
                <c:pt idx="1140">
                  <c:v>0.95151515151515165</c:v>
                </c:pt>
                <c:pt idx="1141">
                  <c:v>0.95151515151515165</c:v>
                </c:pt>
                <c:pt idx="1142">
                  <c:v>0.95151515151515165</c:v>
                </c:pt>
                <c:pt idx="1143">
                  <c:v>0.95151515151515165</c:v>
                </c:pt>
                <c:pt idx="1144">
                  <c:v>0.95151515151515165</c:v>
                </c:pt>
                <c:pt idx="1145">
                  <c:v>0.95151515151515165</c:v>
                </c:pt>
                <c:pt idx="1146">
                  <c:v>0.95151515151515165</c:v>
                </c:pt>
                <c:pt idx="1147">
                  <c:v>0.95151515151515165</c:v>
                </c:pt>
                <c:pt idx="1148">
                  <c:v>0.95151515151515165</c:v>
                </c:pt>
                <c:pt idx="1149">
                  <c:v>0.95151515151515165</c:v>
                </c:pt>
                <c:pt idx="1150">
                  <c:v>0.95151515151515165</c:v>
                </c:pt>
                <c:pt idx="1151">
                  <c:v>0.95151515151515165</c:v>
                </c:pt>
                <c:pt idx="1152">
                  <c:v>0.95151515151515165</c:v>
                </c:pt>
                <c:pt idx="1153">
                  <c:v>0.95151515151515165</c:v>
                </c:pt>
                <c:pt idx="1154">
                  <c:v>0.95151515151515165</c:v>
                </c:pt>
                <c:pt idx="1155">
                  <c:v>0.95151515151515165</c:v>
                </c:pt>
                <c:pt idx="1156">
                  <c:v>0.95151515151515165</c:v>
                </c:pt>
                <c:pt idx="1157">
                  <c:v>0.95151515151515165</c:v>
                </c:pt>
                <c:pt idx="1158">
                  <c:v>0.95151515151515165</c:v>
                </c:pt>
                <c:pt idx="1159">
                  <c:v>0.95151515151515165</c:v>
                </c:pt>
                <c:pt idx="1160">
                  <c:v>0.95151515151515165</c:v>
                </c:pt>
                <c:pt idx="1161">
                  <c:v>0.95151515151515165</c:v>
                </c:pt>
                <c:pt idx="1162">
                  <c:v>0.95151515151515165</c:v>
                </c:pt>
                <c:pt idx="1163">
                  <c:v>0.95151515151515165</c:v>
                </c:pt>
                <c:pt idx="1164">
                  <c:v>0.95151515151515165</c:v>
                </c:pt>
                <c:pt idx="1165">
                  <c:v>0.95151515151515165</c:v>
                </c:pt>
                <c:pt idx="1166">
                  <c:v>0.95151515151515165</c:v>
                </c:pt>
                <c:pt idx="1167">
                  <c:v>0.95151515151515165</c:v>
                </c:pt>
                <c:pt idx="1168">
                  <c:v>0.95151515151515165</c:v>
                </c:pt>
                <c:pt idx="1169">
                  <c:v>0.95151515151515165</c:v>
                </c:pt>
                <c:pt idx="1170">
                  <c:v>0.95151515151515165</c:v>
                </c:pt>
                <c:pt idx="1171">
                  <c:v>0.95151515151515165</c:v>
                </c:pt>
                <c:pt idx="1172">
                  <c:v>0.95151515151515165</c:v>
                </c:pt>
                <c:pt idx="1173">
                  <c:v>0.95151515151515165</c:v>
                </c:pt>
                <c:pt idx="1174">
                  <c:v>0.95151515151515165</c:v>
                </c:pt>
                <c:pt idx="1175">
                  <c:v>0.95151515151515165</c:v>
                </c:pt>
                <c:pt idx="1176">
                  <c:v>0.95151515151515165</c:v>
                </c:pt>
                <c:pt idx="1177">
                  <c:v>0.95151515151515165</c:v>
                </c:pt>
                <c:pt idx="1178">
                  <c:v>0.95151515151515165</c:v>
                </c:pt>
                <c:pt idx="1179">
                  <c:v>0.95151515151515165</c:v>
                </c:pt>
                <c:pt idx="1180">
                  <c:v>0.95151515151515165</c:v>
                </c:pt>
                <c:pt idx="1181">
                  <c:v>0.95151515151515165</c:v>
                </c:pt>
                <c:pt idx="1182">
                  <c:v>0.95151515151515165</c:v>
                </c:pt>
                <c:pt idx="1183">
                  <c:v>0.95151515151515165</c:v>
                </c:pt>
                <c:pt idx="1184">
                  <c:v>0.95151515151515165</c:v>
                </c:pt>
                <c:pt idx="1185">
                  <c:v>0.95151515151515165</c:v>
                </c:pt>
                <c:pt idx="1186">
                  <c:v>0.95151515151515165</c:v>
                </c:pt>
                <c:pt idx="1187">
                  <c:v>0.95151515151515165</c:v>
                </c:pt>
                <c:pt idx="1188">
                  <c:v>0.95151515151515165</c:v>
                </c:pt>
                <c:pt idx="1189">
                  <c:v>0.95151515151515165</c:v>
                </c:pt>
                <c:pt idx="1190">
                  <c:v>0.95151515151515165</c:v>
                </c:pt>
                <c:pt idx="1191">
                  <c:v>0.95151515151515165</c:v>
                </c:pt>
                <c:pt idx="1192">
                  <c:v>0.95151515151515165</c:v>
                </c:pt>
                <c:pt idx="1193">
                  <c:v>0.95151515151515165</c:v>
                </c:pt>
                <c:pt idx="1194">
                  <c:v>0.95151515151515165</c:v>
                </c:pt>
                <c:pt idx="1195">
                  <c:v>0.95151515151515165</c:v>
                </c:pt>
                <c:pt idx="1196">
                  <c:v>0.95151515151515165</c:v>
                </c:pt>
                <c:pt idx="1197">
                  <c:v>0.95151515151515165</c:v>
                </c:pt>
                <c:pt idx="1198">
                  <c:v>0.95151515151515165</c:v>
                </c:pt>
                <c:pt idx="1199">
                  <c:v>0.95151515151515165</c:v>
                </c:pt>
                <c:pt idx="1200">
                  <c:v>0.95151515151515165</c:v>
                </c:pt>
                <c:pt idx="1201">
                  <c:v>0.95151515151515165</c:v>
                </c:pt>
                <c:pt idx="1202">
                  <c:v>0.95151515151515165</c:v>
                </c:pt>
                <c:pt idx="1203">
                  <c:v>0.95151515151515165</c:v>
                </c:pt>
                <c:pt idx="1204">
                  <c:v>0.95151515151515165</c:v>
                </c:pt>
                <c:pt idx="1205">
                  <c:v>0.95151515151515165</c:v>
                </c:pt>
                <c:pt idx="1206">
                  <c:v>0.95151515151515165</c:v>
                </c:pt>
                <c:pt idx="1207">
                  <c:v>0.95151515151515165</c:v>
                </c:pt>
                <c:pt idx="1208">
                  <c:v>0.95151515151515165</c:v>
                </c:pt>
                <c:pt idx="1209">
                  <c:v>0.95151515151515165</c:v>
                </c:pt>
                <c:pt idx="1210">
                  <c:v>0.95151515151515165</c:v>
                </c:pt>
                <c:pt idx="1211">
                  <c:v>0.95151515151515165</c:v>
                </c:pt>
                <c:pt idx="1212">
                  <c:v>0.95151515151515165</c:v>
                </c:pt>
                <c:pt idx="1213">
                  <c:v>0.95151515151515165</c:v>
                </c:pt>
                <c:pt idx="1214">
                  <c:v>0.95151515151515165</c:v>
                </c:pt>
                <c:pt idx="1215">
                  <c:v>0.95151515151515165</c:v>
                </c:pt>
                <c:pt idx="1216">
                  <c:v>0.95151515151515165</c:v>
                </c:pt>
                <c:pt idx="1217">
                  <c:v>0.95151515151515165</c:v>
                </c:pt>
                <c:pt idx="1218">
                  <c:v>0.95151515151515165</c:v>
                </c:pt>
                <c:pt idx="1219">
                  <c:v>0.95151515151515165</c:v>
                </c:pt>
                <c:pt idx="1220">
                  <c:v>0.95151515151515165</c:v>
                </c:pt>
                <c:pt idx="1221">
                  <c:v>0.95151515151515165</c:v>
                </c:pt>
                <c:pt idx="1222">
                  <c:v>0.95151515151515165</c:v>
                </c:pt>
                <c:pt idx="1223">
                  <c:v>0.95151515151515165</c:v>
                </c:pt>
                <c:pt idx="1224">
                  <c:v>0.95151515151515165</c:v>
                </c:pt>
                <c:pt idx="1225">
                  <c:v>0.95151515151515165</c:v>
                </c:pt>
                <c:pt idx="1226">
                  <c:v>0.95151515151515165</c:v>
                </c:pt>
                <c:pt idx="1227">
                  <c:v>0.95151515151515165</c:v>
                </c:pt>
                <c:pt idx="1228">
                  <c:v>0.95151515151515165</c:v>
                </c:pt>
                <c:pt idx="1229">
                  <c:v>0.95151515151515165</c:v>
                </c:pt>
                <c:pt idx="1230">
                  <c:v>0.95151515151515165</c:v>
                </c:pt>
                <c:pt idx="1231">
                  <c:v>0.95151515151515165</c:v>
                </c:pt>
                <c:pt idx="1232">
                  <c:v>0.95151515151515165</c:v>
                </c:pt>
                <c:pt idx="1233">
                  <c:v>0.95151515151515165</c:v>
                </c:pt>
                <c:pt idx="1234">
                  <c:v>0.95151515151515165</c:v>
                </c:pt>
                <c:pt idx="1235">
                  <c:v>0.95151515151515165</c:v>
                </c:pt>
                <c:pt idx="1236">
                  <c:v>0.95151515151515165</c:v>
                </c:pt>
                <c:pt idx="1237">
                  <c:v>0.95151515151515165</c:v>
                </c:pt>
                <c:pt idx="1238">
                  <c:v>0.95151515151515165</c:v>
                </c:pt>
                <c:pt idx="1239">
                  <c:v>0.95151515151515165</c:v>
                </c:pt>
                <c:pt idx="1240">
                  <c:v>0.95151515151515165</c:v>
                </c:pt>
                <c:pt idx="1241">
                  <c:v>0.95151515151515165</c:v>
                </c:pt>
                <c:pt idx="1242">
                  <c:v>0.95151515151515165</c:v>
                </c:pt>
                <c:pt idx="1243">
                  <c:v>0.95151515151515165</c:v>
                </c:pt>
                <c:pt idx="1244">
                  <c:v>0.95151515151515165</c:v>
                </c:pt>
                <c:pt idx="1245">
                  <c:v>0.95151515151515165</c:v>
                </c:pt>
                <c:pt idx="1246">
                  <c:v>0.95151515151515165</c:v>
                </c:pt>
                <c:pt idx="1247">
                  <c:v>0.95151515151515165</c:v>
                </c:pt>
                <c:pt idx="1248">
                  <c:v>0.95151515151515165</c:v>
                </c:pt>
                <c:pt idx="1249">
                  <c:v>0.95151515151515165</c:v>
                </c:pt>
                <c:pt idx="1250">
                  <c:v>0.95151515151515165</c:v>
                </c:pt>
                <c:pt idx="1251">
                  <c:v>0.95151515151515165</c:v>
                </c:pt>
                <c:pt idx="1252">
                  <c:v>0.95151515151515165</c:v>
                </c:pt>
                <c:pt idx="1253">
                  <c:v>0.95151515151515165</c:v>
                </c:pt>
                <c:pt idx="1254">
                  <c:v>0.95151515151515165</c:v>
                </c:pt>
                <c:pt idx="1255">
                  <c:v>0.95151515151515165</c:v>
                </c:pt>
                <c:pt idx="1256">
                  <c:v>0.95151515151515165</c:v>
                </c:pt>
                <c:pt idx="1257">
                  <c:v>0.95151515151515165</c:v>
                </c:pt>
                <c:pt idx="1258">
                  <c:v>0.95151515151515165</c:v>
                </c:pt>
                <c:pt idx="1259">
                  <c:v>0.95151515151515165</c:v>
                </c:pt>
                <c:pt idx="1260">
                  <c:v>0.95151515151515165</c:v>
                </c:pt>
                <c:pt idx="1261">
                  <c:v>0.95151515151515165</c:v>
                </c:pt>
                <c:pt idx="1262">
                  <c:v>0.95151515151515165</c:v>
                </c:pt>
                <c:pt idx="1263">
                  <c:v>0.95151515151515165</c:v>
                </c:pt>
                <c:pt idx="1264">
                  <c:v>0.95151515151515165</c:v>
                </c:pt>
                <c:pt idx="1265">
                  <c:v>0.95151515151515165</c:v>
                </c:pt>
                <c:pt idx="1266">
                  <c:v>0.95151515151515165</c:v>
                </c:pt>
                <c:pt idx="1267">
                  <c:v>0.95151515151515165</c:v>
                </c:pt>
                <c:pt idx="1268">
                  <c:v>0.95151515151515165</c:v>
                </c:pt>
                <c:pt idx="1269">
                  <c:v>0.95151515151515165</c:v>
                </c:pt>
                <c:pt idx="1270">
                  <c:v>0.95151515151515165</c:v>
                </c:pt>
                <c:pt idx="1271">
                  <c:v>0.95151515151515165</c:v>
                </c:pt>
                <c:pt idx="1272">
                  <c:v>0.95151515151515165</c:v>
                </c:pt>
                <c:pt idx="1273">
                  <c:v>0.95151515151515165</c:v>
                </c:pt>
                <c:pt idx="1274">
                  <c:v>0.95151515151515165</c:v>
                </c:pt>
                <c:pt idx="1275">
                  <c:v>0.95151515151515165</c:v>
                </c:pt>
                <c:pt idx="1276">
                  <c:v>0.95151515151515165</c:v>
                </c:pt>
                <c:pt idx="1277">
                  <c:v>0.95151515151515165</c:v>
                </c:pt>
                <c:pt idx="1278">
                  <c:v>0.95151515151515165</c:v>
                </c:pt>
                <c:pt idx="1279">
                  <c:v>0.95151515151515165</c:v>
                </c:pt>
                <c:pt idx="1280">
                  <c:v>0.95151515151515165</c:v>
                </c:pt>
                <c:pt idx="1281">
                  <c:v>0.95151515151515165</c:v>
                </c:pt>
                <c:pt idx="1282">
                  <c:v>0.95151515151515165</c:v>
                </c:pt>
                <c:pt idx="1283">
                  <c:v>0.95151515151515165</c:v>
                </c:pt>
                <c:pt idx="1284">
                  <c:v>0.95151515151515165</c:v>
                </c:pt>
                <c:pt idx="1285">
                  <c:v>0.95151515151515165</c:v>
                </c:pt>
                <c:pt idx="1286">
                  <c:v>0.95151515151515165</c:v>
                </c:pt>
                <c:pt idx="1287">
                  <c:v>0.95151515151515165</c:v>
                </c:pt>
                <c:pt idx="1288">
                  <c:v>0.95151515151515165</c:v>
                </c:pt>
                <c:pt idx="1289">
                  <c:v>0.95151515151515165</c:v>
                </c:pt>
                <c:pt idx="1290">
                  <c:v>0.95151515151515165</c:v>
                </c:pt>
                <c:pt idx="1291">
                  <c:v>0.95151515151515165</c:v>
                </c:pt>
                <c:pt idx="1292">
                  <c:v>0.95151515151515165</c:v>
                </c:pt>
                <c:pt idx="1293">
                  <c:v>0.95151515151515165</c:v>
                </c:pt>
                <c:pt idx="1294">
                  <c:v>0.95151515151515165</c:v>
                </c:pt>
                <c:pt idx="1295">
                  <c:v>0.95151515151515165</c:v>
                </c:pt>
                <c:pt idx="1296">
                  <c:v>0.95151515151515165</c:v>
                </c:pt>
                <c:pt idx="1297">
                  <c:v>0.95151515151515165</c:v>
                </c:pt>
                <c:pt idx="1298">
                  <c:v>0.95151515151515165</c:v>
                </c:pt>
                <c:pt idx="1299">
                  <c:v>0.95151515151515165</c:v>
                </c:pt>
                <c:pt idx="1300">
                  <c:v>0.95151515151515165</c:v>
                </c:pt>
                <c:pt idx="1301">
                  <c:v>0.95151515151515165</c:v>
                </c:pt>
                <c:pt idx="1302">
                  <c:v>0.95151515151515165</c:v>
                </c:pt>
                <c:pt idx="1303">
                  <c:v>0.95151515151515165</c:v>
                </c:pt>
                <c:pt idx="1304">
                  <c:v>0.95151515151515165</c:v>
                </c:pt>
                <c:pt idx="1305">
                  <c:v>0.95151515151515165</c:v>
                </c:pt>
                <c:pt idx="1306">
                  <c:v>0.95151515151515165</c:v>
                </c:pt>
                <c:pt idx="1307">
                  <c:v>0.95151515151515165</c:v>
                </c:pt>
                <c:pt idx="1308">
                  <c:v>0.95151515151515165</c:v>
                </c:pt>
                <c:pt idx="1309">
                  <c:v>0.95151515151515165</c:v>
                </c:pt>
                <c:pt idx="1310">
                  <c:v>0.95151515151515165</c:v>
                </c:pt>
                <c:pt idx="1311">
                  <c:v>0.95151515151515165</c:v>
                </c:pt>
                <c:pt idx="1312">
                  <c:v>0.95151515151515165</c:v>
                </c:pt>
                <c:pt idx="1313">
                  <c:v>0.95151515151515165</c:v>
                </c:pt>
                <c:pt idx="1314">
                  <c:v>0.95151515151515165</c:v>
                </c:pt>
                <c:pt idx="1315">
                  <c:v>0.95151515151515165</c:v>
                </c:pt>
                <c:pt idx="1316">
                  <c:v>0.95151515151515165</c:v>
                </c:pt>
                <c:pt idx="1317">
                  <c:v>0.95151515151515165</c:v>
                </c:pt>
                <c:pt idx="1318">
                  <c:v>0.95151515151515165</c:v>
                </c:pt>
                <c:pt idx="1319">
                  <c:v>0.95151515151515165</c:v>
                </c:pt>
                <c:pt idx="1320">
                  <c:v>0.95151515151515165</c:v>
                </c:pt>
                <c:pt idx="1321">
                  <c:v>0.95151515151515165</c:v>
                </c:pt>
                <c:pt idx="1322">
                  <c:v>0.95151515151515165</c:v>
                </c:pt>
                <c:pt idx="1323">
                  <c:v>0.95151515151515165</c:v>
                </c:pt>
                <c:pt idx="1324">
                  <c:v>0.95151515151515165</c:v>
                </c:pt>
                <c:pt idx="1325">
                  <c:v>0.95151515151515165</c:v>
                </c:pt>
                <c:pt idx="1326">
                  <c:v>0.95151515151515165</c:v>
                </c:pt>
                <c:pt idx="1327">
                  <c:v>0.95151515151515165</c:v>
                </c:pt>
                <c:pt idx="1328">
                  <c:v>0.95151515151515165</c:v>
                </c:pt>
                <c:pt idx="1329">
                  <c:v>0.95151515151515165</c:v>
                </c:pt>
                <c:pt idx="1330">
                  <c:v>0.95151515151515165</c:v>
                </c:pt>
                <c:pt idx="1331">
                  <c:v>0.95151515151515165</c:v>
                </c:pt>
                <c:pt idx="1332">
                  <c:v>0.95151515151515165</c:v>
                </c:pt>
                <c:pt idx="1333">
                  <c:v>0.95151515151515165</c:v>
                </c:pt>
                <c:pt idx="1334">
                  <c:v>0.95151515151515165</c:v>
                </c:pt>
                <c:pt idx="1335">
                  <c:v>0.95151515151515165</c:v>
                </c:pt>
                <c:pt idx="1336">
                  <c:v>0.95151515151515165</c:v>
                </c:pt>
                <c:pt idx="1337">
                  <c:v>0.95151515151515165</c:v>
                </c:pt>
                <c:pt idx="1338">
                  <c:v>0.95151515151515165</c:v>
                </c:pt>
                <c:pt idx="1339">
                  <c:v>0.95151515151515165</c:v>
                </c:pt>
                <c:pt idx="1340">
                  <c:v>0.95151515151515165</c:v>
                </c:pt>
                <c:pt idx="1341">
                  <c:v>0.95151515151515165</c:v>
                </c:pt>
                <c:pt idx="1342">
                  <c:v>0.95151515151515165</c:v>
                </c:pt>
                <c:pt idx="1343">
                  <c:v>0.95151515151515165</c:v>
                </c:pt>
                <c:pt idx="1344">
                  <c:v>0.95151515151515165</c:v>
                </c:pt>
                <c:pt idx="1345">
                  <c:v>0.95151515151515165</c:v>
                </c:pt>
                <c:pt idx="1346">
                  <c:v>0.95151515151515165</c:v>
                </c:pt>
                <c:pt idx="1347">
                  <c:v>0.95151515151515165</c:v>
                </c:pt>
                <c:pt idx="1348">
                  <c:v>0.95151515151515165</c:v>
                </c:pt>
                <c:pt idx="1349">
                  <c:v>0.95151515151515165</c:v>
                </c:pt>
                <c:pt idx="1350">
                  <c:v>0.95151515151515165</c:v>
                </c:pt>
                <c:pt idx="1351">
                  <c:v>0.95151515151515165</c:v>
                </c:pt>
                <c:pt idx="1352">
                  <c:v>0.95151515151515165</c:v>
                </c:pt>
                <c:pt idx="1353">
                  <c:v>0.95151515151515165</c:v>
                </c:pt>
                <c:pt idx="1354">
                  <c:v>0.95151515151515165</c:v>
                </c:pt>
                <c:pt idx="1355">
                  <c:v>0.95151515151515165</c:v>
                </c:pt>
                <c:pt idx="1356">
                  <c:v>0.95151515151515165</c:v>
                </c:pt>
                <c:pt idx="1357">
                  <c:v>0.95151515151515165</c:v>
                </c:pt>
                <c:pt idx="1358">
                  <c:v>0.95151515151515165</c:v>
                </c:pt>
                <c:pt idx="1359">
                  <c:v>0.95151515151515165</c:v>
                </c:pt>
                <c:pt idx="1360">
                  <c:v>0.95151515151515165</c:v>
                </c:pt>
                <c:pt idx="1361">
                  <c:v>0.95151515151515165</c:v>
                </c:pt>
                <c:pt idx="1362">
                  <c:v>0.95151515151515165</c:v>
                </c:pt>
                <c:pt idx="1363">
                  <c:v>0.95151515151515165</c:v>
                </c:pt>
                <c:pt idx="1364">
                  <c:v>0.95151515151515165</c:v>
                </c:pt>
                <c:pt idx="1365">
                  <c:v>0.95151515151515165</c:v>
                </c:pt>
                <c:pt idx="1366">
                  <c:v>0.95151515151515165</c:v>
                </c:pt>
                <c:pt idx="1367">
                  <c:v>0.95151515151515165</c:v>
                </c:pt>
                <c:pt idx="1368">
                  <c:v>0.95151515151515165</c:v>
                </c:pt>
                <c:pt idx="1369">
                  <c:v>0.95151515151515165</c:v>
                </c:pt>
                <c:pt idx="1370">
                  <c:v>0.95151515151515165</c:v>
                </c:pt>
                <c:pt idx="1371">
                  <c:v>0.95151515151515165</c:v>
                </c:pt>
                <c:pt idx="1372">
                  <c:v>0.95151515151515165</c:v>
                </c:pt>
                <c:pt idx="1373">
                  <c:v>0.95151515151515165</c:v>
                </c:pt>
                <c:pt idx="1374">
                  <c:v>0.95151515151515165</c:v>
                </c:pt>
                <c:pt idx="1375">
                  <c:v>0.95151515151515165</c:v>
                </c:pt>
                <c:pt idx="1376">
                  <c:v>0.95151515151515165</c:v>
                </c:pt>
                <c:pt idx="1377">
                  <c:v>0.95151515151515165</c:v>
                </c:pt>
                <c:pt idx="1378">
                  <c:v>0.95151515151515165</c:v>
                </c:pt>
                <c:pt idx="1379">
                  <c:v>0.95151515151515165</c:v>
                </c:pt>
                <c:pt idx="1380">
                  <c:v>0.95151515151515165</c:v>
                </c:pt>
                <c:pt idx="1381">
                  <c:v>0.95151515151515165</c:v>
                </c:pt>
                <c:pt idx="1382">
                  <c:v>0.95151515151515165</c:v>
                </c:pt>
                <c:pt idx="1383">
                  <c:v>0.95151515151515165</c:v>
                </c:pt>
                <c:pt idx="1384">
                  <c:v>0.95151515151515165</c:v>
                </c:pt>
                <c:pt idx="1385">
                  <c:v>0.95151515151515165</c:v>
                </c:pt>
                <c:pt idx="1386">
                  <c:v>0.95151515151515165</c:v>
                </c:pt>
                <c:pt idx="1387">
                  <c:v>0.95151515151515165</c:v>
                </c:pt>
                <c:pt idx="1388">
                  <c:v>0.95151515151515165</c:v>
                </c:pt>
                <c:pt idx="1389">
                  <c:v>0.95151515151515165</c:v>
                </c:pt>
                <c:pt idx="1390">
                  <c:v>0.95151515151515165</c:v>
                </c:pt>
                <c:pt idx="1391">
                  <c:v>0.95151515151515165</c:v>
                </c:pt>
                <c:pt idx="1392">
                  <c:v>0.95151515151515165</c:v>
                </c:pt>
                <c:pt idx="1393">
                  <c:v>0.95151515151515165</c:v>
                </c:pt>
                <c:pt idx="1394">
                  <c:v>0.95151515151515165</c:v>
                </c:pt>
                <c:pt idx="1395">
                  <c:v>0.95151515151515165</c:v>
                </c:pt>
                <c:pt idx="1396">
                  <c:v>0.95151515151515165</c:v>
                </c:pt>
                <c:pt idx="1397">
                  <c:v>0.95151515151515165</c:v>
                </c:pt>
                <c:pt idx="1398">
                  <c:v>0.95151515151515165</c:v>
                </c:pt>
                <c:pt idx="1399">
                  <c:v>0.95151515151515165</c:v>
                </c:pt>
                <c:pt idx="1400">
                  <c:v>0.95151515151515165</c:v>
                </c:pt>
                <c:pt idx="1401">
                  <c:v>0.95151515151515165</c:v>
                </c:pt>
                <c:pt idx="1402">
                  <c:v>0.95151515151515165</c:v>
                </c:pt>
                <c:pt idx="1403">
                  <c:v>0.95151515151515165</c:v>
                </c:pt>
                <c:pt idx="1404">
                  <c:v>0.95151515151515165</c:v>
                </c:pt>
                <c:pt idx="1405">
                  <c:v>0.95151515151515165</c:v>
                </c:pt>
                <c:pt idx="1406">
                  <c:v>0.95151515151515165</c:v>
                </c:pt>
                <c:pt idx="1407">
                  <c:v>0.95151515151515165</c:v>
                </c:pt>
                <c:pt idx="1408">
                  <c:v>0.95151515151515165</c:v>
                </c:pt>
                <c:pt idx="1409">
                  <c:v>0.95151515151515165</c:v>
                </c:pt>
                <c:pt idx="1410">
                  <c:v>0.95151515151515165</c:v>
                </c:pt>
                <c:pt idx="1411">
                  <c:v>0.95151515151515165</c:v>
                </c:pt>
                <c:pt idx="1412">
                  <c:v>0.95151515151515165</c:v>
                </c:pt>
                <c:pt idx="1413">
                  <c:v>0.95151515151515165</c:v>
                </c:pt>
                <c:pt idx="1414">
                  <c:v>0.95151515151515165</c:v>
                </c:pt>
                <c:pt idx="1415">
                  <c:v>0.95151515151515165</c:v>
                </c:pt>
                <c:pt idx="1416">
                  <c:v>0.95151515151515165</c:v>
                </c:pt>
                <c:pt idx="1417">
                  <c:v>0.95151515151515165</c:v>
                </c:pt>
                <c:pt idx="1418">
                  <c:v>0.95151515151515165</c:v>
                </c:pt>
                <c:pt idx="1419">
                  <c:v>0.95151515151515165</c:v>
                </c:pt>
                <c:pt idx="1420">
                  <c:v>0.95151515151515165</c:v>
                </c:pt>
                <c:pt idx="1421">
                  <c:v>0.95151515151515165</c:v>
                </c:pt>
                <c:pt idx="1422">
                  <c:v>0.95151515151515165</c:v>
                </c:pt>
                <c:pt idx="1423">
                  <c:v>0.95151515151515165</c:v>
                </c:pt>
                <c:pt idx="1424">
                  <c:v>0.95151515151515165</c:v>
                </c:pt>
                <c:pt idx="1425">
                  <c:v>0.95151515151515165</c:v>
                </c:pt>
                <c:pt idx="1426">
                  <c:v>0.95151515151515165</c:v>
                </c:pt>
                <c:pt idx="1427">
                  <c:v>0.95151515151515165</c:v>
                </c:pt>
                <c:pt idx="1428">
                  <c:v>0.95151515151515165</c:v>
                </c:pt>
                <c:pt idx="1429">
                  <c:v>0.95151515151515165</c:v>
                </c:pt>
                <c:pt idx="1430">
                  <c:v>0.95151515151515165</c:v>
                </c:pt>
                <c:pt idx="1431">
                  <c:v>0.95151515151515165</c:v>
                </c:pt>
                <c:pt idx="1432">
                  <c:v>0.95151515151515165</c:v>
                </c:pt>
                <c:pt idx="1433">
                  <c:v>0.95151515151515165</c:v>
                </c:pt>
                <c:pt idx="1434">
                  <c:v>0.95151515151515165</c:v>
                </c:pt>
                <c:pt idx="1435">
                  <c:v>0.95151515151515165</c:v>
                </c:pt>
                <c:pt idx="1436">
                  <c:v>0.95151515151515165</c:v>
                </c:pt>
                <c:pt idx="1437">
                  <c:v>0.95151515151515165</c:v>
                </c:pt>
                <c:pt idx="1438">
                  <c:v>0.95151515151515165</c:v>
                </c:pt>
                <c:pt idx="1439">
                  <c:v>0.95151515151515165</c:v>
                </c:pt>
                <c:pt idx="1440">
                  <c:v>0.95151515151515165</c:v>
                </c:pt>
                <c:pt idx="1441">
                  <c:v>0.95151515151515165</c:v>
                </c:pt>
                <c:pt idx="1442">
                  <c:v>0.95151515151515165</c:v>
                </c:pt>
                <c:pt idx="1443">
                  <c:v>0.95151515151515165</c:v>
                </c:pt>
                <c:pt idx="1444">
                  <c:v>0.95151515151515165</c:v>
                </c:pt>
                <c:pt idx="1445">
                  <c:v>0.95151515151515165</c:v>
                </c:pt>
                <c:pt idx="1446">
                  <c:v>0.95151515151515165</c:v>
                </c:pt>
                <c:pt idx="1447">
                  <c:v>0.95151515151515165</c:v>
                </c:pt>
                <c:pt idx="1448">
                  <c:v>0.95151515151515165</c:v>
                </c:pt>
                <c:pt idx="1449">
                  <c:v>0.95151515151515165</c:v>
                </c:pt>
                <c:pt idx="1450">
                  <c:v>0.94545454545454544</c:v>
                </c:pt>
                <c:pt idx="1451">
                  <c:v>0.94545454545454544</c:v>
                </c:pt>
                <c:pt idx="1452">
                  <c:v>0.93939393939393945</c:v>
                </c:pt>
                <c:pt idx="1453">
                  <c:v>0.93939393939393945</c:v>
                </c:pt>
                <c:pt idx="1454">
                  <c:v>0.93939393939393945</c:v>
                </c:pt>
                <c:pt idx="1455">
                  <c:v>0.93939393939393945</c:v>
                </c:pt>
                <c:pt idx="1456">
                  <c:v>0.93333333333333324</c:v>
                </c:pt>
                <c:pt idx="1457">
                  <c:v>0.93333333333333324</c:v>
                </c:pt>
                <c:pt idx="1458">
                  <c:v>0.92727272727272725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0.91515151515151516</c:v>
                </c:pt>
                <c:pt idx="1463">
                  <c:v>0.90909090909090917</c:v>
                </c:pt>
                <c:pt idx="1464">
                  <c:v>0.90909090909090917</c:v>
                </c:pt>
                <c:pt idx="1465">
                  <c:v>0.90303030303030318</c:v>
                </c:pt>
                <c:pt idx="1466">
                  <c:v>0.89696969696969697</c:v>
                </c:pt>
                <c:pt idx="1467">
                  <c:v>0.89696969696969697</c:v>
                </c:pt>
                <c:pt idx="1468">
                  <c:v>0.89696969696969697</c:v>
                </c:pt>
                <c:pt idx="1469">
                  <c:v>0.89090909090909087</c:v>
                </c:pt>
                <c:pt idx="1470">
                  <c:v>0.88484848484848488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0.8666666666666667</c:v>
                </c:pt>
                <c:pt idx="1474">
                  <c:v>0.8606060606060606</c:v>
                </c:pt>
                <c:pt idx="1475">
                  <c:v>0.8545454545454545</c:v>
                </c:pt>
                <c:pt idx="1476">
                  <c:v>0.84848484848484851</c:v>
                </c:pt>
                <c:pt idx="1477">
                  <c:v>0.84242424242424241</c:v>
                </c:pt>
                <c:pt idx="1478">
                  <c:v>0.83636363636363631</c:v>
                </c:pt>
                <c:pt idx="1479">
                  <c:v>0.83030303030303032</c:v>
                </c:pt>
                <c:pt idx="1480">
                  <c:v>0.82424242424242422</c:v>
                </c:pt>
                <c:pt idx="1481">
                  <c:v>0.81818181818181823</c:v>
                </c:pt>
                <c:pt idx="1482">
                  <c:v>0.81212121212121213</c:v>
                </c:pt>
                <c:pt idx="1483">
                  <c:v>0.81212121212121213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0.79393939393939394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0.75757575757575757</c:v>
                </c:pt>
                <c:pt idx="1496">
                  <c:v>0.75151515151515147</c:v>
                </c:pt>
                <c:pt idx="1497">
                  <c:v>0.74545454545454548</c:v>
                </c:pt>
                <c:pt idx="1498">
                  <c:v>0.73939393939393938</c:v>
                </c:pt>
                <c:pt idx="1499">
                  <c:v>0.73333333333333328</c:v>
                </c:pt>
                <c:pt idx="1500">
                  <c:v>0.72727272727272729</c:v>
                </c:pt>
                <c:pt idx="1501">
                  <c:v>0.72121212121212119</c:v>
                </c:pt>
                <c:pt idx="1502">
                  <c:v>0.7151515151515152</c:v>
                </c:pt>
                <c:pt idx="1503">
                  <c:v>0.70909090909090911</c:v>
                </c:pt>
                <c:pt idx="1504">
                  <c:v>0.70303030303030301</c:v>
                </c:pt>
                <c:pt idx="1505">
                  <c:v>0.69696969696969702</c:v>
                </c:pt>
                <c:pt idx="1506">
                  <c:v>0.69090909090909092</c:v>
                </c:pt>
                <c:pt idx="1507">
                  <c:v>0.68484848484848482</c:v>
                </c:pt>
                <c:pt idx="1508">
                  <c:v>0.67878787878787883</c:v>
                </c:pt>
                <c:pt idx="1509">
                  <c:v>0.67272727272727273</c:v>
                </c:pt>
                <c:pt idx="1510">
                  <c:v>0.66666666666666663</c:v>
                </c:pt>
                <c:pt idx="1511">
                  <c:v>0.66060606060606064</c:v>
                </c:pt>
                <c:pt idx="1512">
                  <c:v>0.65454545454545454</c:v>
                </c:pt>
                <c:pt idx="1513">
                  <c:v>0.64848484848484844</c:v>
                </c:pt>
                <c:pt idx="1514">
                  <c:v>0.64242424242424245</c:v>
                </c:pt>
                <c:pt idx="1515">
                  <c:v>0.63636363636363635</c:v>
                </c:pt>
                <c:pt idx="1516">
                  <c:v>0.63030303030303025</c:v>
                </c:pt>
                <c:pt idx="1517">
                  <c:v>0.62424242424242427</c:v>
                </c:pt>
                <c:pt idx="1518">
                  <c:v>0.61818181818181817</c:v>
                </c:pt>
                <c:pt idx="1519">
                  <c:v>0.61212121212121207</c:v>
                </c:pt>
                <c:pt idx="1520">
                  <c:v>0.60606060606060608</c:v>
                </c:pt>
                <c:pt idx="1521">
                  <c:v>0.6</c:v>
                </c:pt>
                <c:pt idx="1522">
                  <c:v>0.59393939393939399</c:v>
                </c:pt>
                <c:pt idx="1523">
                  <c:v>0.58787878787878789</c:v>
                </c:pt>
                <c:pt idx="1524">
                  <c:v>0.58181818181818179</c:v>
                </c:pt>
                <c:pt idx="1525">
                  <c:v>0.5757575757575758</c:v>
                </c:pt>
                <c:pt idx="1526">
                  <c:v>0.5696969696969697</c:v>
                </c:pt>
                <c:pt idx="1527">
                  <c:v>0.5636363636363636</c:v>
                </c:pt>
                <c:pt idx="1528">
                  <c:v>0.55757575757575761</c:v>
                </c:pt>
                <c:pt idx="1529">
                  <c:v>0.55151515151515151</c:v>
                </c:pt>
                <c:pt idx="1530">
                  <c:v>0.54545454545454541</c:v>
                </c:pt>
                <c:pt idx="1531">
                  <c:v>0.53939393939393943</c:v>
                </c:pt>
                <c:pt idx="1532">
                  <c:v>0.53333333333333333</c:v>
                </c:pt>
                <c:pt idx="1533">
                  <c:v>0.52727272727272723</c:v>
                </c:pt>
                <c:pt idx="1534">
                  <c:v>0.52121212121212124</c:v>
                </c:pt>
                <c:pt idx="1535">
                  <c:v>0.51515151515151514</c:v>
                </c:pt>
                <c:pt idx="1536">
                  <c:v>0.50909090909090904</c:v>
                </c:pt>
                <c:pt idx="1537">
                  <c:v>0.50303030303030305</c:v>
                </c:pt>
                <c:pt idx="1538">
                  <c:v>0.49696969696969695</c:v>
                </c:pt>
                <c:pt idx="1539">
                  <c:v>0.49090909090909091</c:v>
                </c:pt>
                <c:pt idx="1540">
                  <c:v>0.48484848484848486</c:v>
                </c:pt>
                <c:pt idx="1541">
                  <c:v>0.47878787878787871</c:v>
                </c:pt>
                <c:pt idx="1542">
                  <c:v>0.47272727272727272</c:v>
                </c:pt>
                <c:pt idx="1543">
                  <c:v>0.46666666666666667</c:v>
                </c:pt>
                <c:pt idx="1544">
                  <c:v>0.46060606060606063</c:v>
                </c:pt>
                <c:pt idx="1545">
                  <c:v>0.45454545454545459</c:v>
                </c:pt>
                <c:pt idx="1546">
                  <c:v>0.44848484848484849</c:v>
                </c:pt>
                <c:pt idx="1547">
                  <c:v>0.44242424242424239</c:v>
                </c:pt>
                <c:pt idx="1548">
                  <c:v>0.43636363636363634</c:v>
                </c:pt>
                <c:pt idx="1549">
                  <c:v>0.4303030303030303</c:v>
                </c:pt>
                <c:pt idx="1550">
                  <c:v>0.42424242424242425</c:v>
                </c:pt>
                <c:pt idx="1551">
                  <c:v>0.41818181818181815</c:v>
                </c:pt>
                <c:pt idx="1552">
                  <c:v>0.41212121212121211</c:v>
                </c:pt>
                <c:pt idx="1553">
                  <c:v>0.40606060606060607</c:v>
                </c:pt>
                <c:pt idx="1554">
                  <c:v>0.4</c:v>
                </c:pt>
                <c:pt idx="1555">
                  <c:v>0.39393939393939392</c:v>
                </c:pt>
                <c:pt idx="1556">
                  <c:v>0.38787878787878788</c:v>
                </c:pt>
                <c:pt idx="1557">
                  <c:v>0.38181818181818183</c:v>
                </c:pt>
                <c:pt idx="1558">
                  <c:v>0.37575757575757573</c:v>
                </c:pt>
                <c:pt idx="1559">
                  <c:v>0.36969696969696969</c:v>
                </c:pt>
                <c:pt idx="1560">
                  <c:v>0.3636363636363637</c:v>
                </c:pt>
                <c:pt idx="1561">
                  <c:v>0.3575757575757576</c:v>
                </c:pt>
                <c:pt idx="1562">
                  <c:v>0.3515151515151515</c:v>
                </c:pt>
                <c:pt idx="1563">
                  <c:v>0.34545454545454546</c:v>
                </c:pt>
                <c:pt idx="1564">
                  <c:v>0.33939393939393941</c:v>
                </c:pt>
                <c:pt idx="1565">
                  <c:v>0.33333333333333331</c:v>
                </c:pt>
                <c:pt idx="1566">
                  <c:v>0.32727272727272727</c:v>
                </c:pt>
                <c:pt idx="1567">
                  <c:v>0.32121212121212123</c:v>
                </c:pt>
                <c:pt idx="1568">
                  <c:v>0.31515151515151513</c:v>
                </c:pt>
                <c:pt idx="1569">
                  <c:v>0.30909090909090908</c:v>
                </c:pt>
                <c:pt idx="1570">
                  <c:v>0.30303030303030304</c:v>
                </c:pt>
                <c:pt idx="1571">
                  <c:v>0.29696969696969699</c:v>
                </c:pt>
                <c:pt idx="1572">
                  <c:v>0.29090909090909089</c:v>
                </c:pt>
                <c:pt idx="1573">
                  <c:v>0.28484848484848485</c:v>
                </c:pt>
                <c:pt idx="1574">
                  <c:v>0.27878787878787881</c:v>
                </c:pt>
                <c:pt idx="1575">
                  <c:v>0.27272727272727271</c:v>
                </c:pt>
                <c:pt idx="1576">
                  <c:v>0.26666666666666666</c:v>
                </c:pt>
                <c:pt idx="1577">
                  <c:v>0.26060606060606062</c:v>
                </c:pt>
                <c:pt idx="1578">
                  <c:v>0.25454545454545452</c:v>
                </c:pt>
                <c:pt idx="1579">
                  <c:v>0.24848484848484848</c:v>
                </c:pt>
                <c:pt idx="1580">
                  <c:v>0.24242424242424243</c:v>
                </c:pt>
                <c:pt idx="1581">
                  <c:v>0.23636363636363636</c:v>
                </c:pt>
                <c:pt idx="1582">
                  <c:v>0.23030303030303031</c:v>
                </c:pt>
                <c:pt idx="1583">
                  <c:v>0.22424242424242424</c:v>
                </c:pt>
                <c:pt idx="1584">
                  <c:v>0.21818181818181817</c:v>
                </c:pt>
                <c:pt idx="1585">
                  <c:v>0.21212121212121213</c:v>
                </c:pt>
                <c:pt idx="1586">
                  <c:v>0.20606060606060608</c:v>
                </c:pt>
                <c:pt idx="1587">
                  <c:v>0.2</c:v>
                </c:pt>
                <c:pt idx="1588">
                  <c:v>0.19393939393939391</c:v>
                </c:pt>
                <c:pt idx="1589">
                  <c:v>0.18787878787878787</c:v>
                </c:pt>
                <c:pt idx="1590">
                  <c:v>0.18181818181818185</c:v>
                </c:pt>
                <c:pt idx="1591">
                  <c:v>0.17575757575757575</c:v>
                </c:pt>
                <c:pt idx="1592">
                  <c:v>0.16969696969696971</c:v>
                </c:pt>
                <c:pt idx="1593">
                  <c:v>0.16363636363636364</c:v>
                </c:pt>
                <c:pt idx="1594">
                  <c:v>0.15757575757575756</c:v>
                </c:pt>
                <c:pt idx="1595">
                  <c:v>0.15151515151515152</c:v>
                </c:pt>
                <c:pt idx="1596">
                  <c:v>0.14545454545454545</c:v>
                </c:pt>
                <c:pt idx="1597">
                  <c:v>0.1393939393939394</c:v>
                </c:pt>
                <c:pt idx="1598">
                  <c:v>0.13333333333333333</c:v>
                </c:pt>
                <c:pt idx="1599">
                  <c:v>0.12727272727272726</c:v>
                </c:pt>
                <c:pt idx="1600">
                  <c:v>0.12121212121212122</c:v>
                </c:pt>
                <c:pt idx="1601">
                  <c:v>0.11515151515151516</c:v>
                </c:pt>
                <c:pt idx="1602">
                  <c:v>0.10909090909090909</c:v>
                </c:pt>
                <c:pt idx="1603">
                  <c:v>0.10303030303030304</c:v>
                </c:pt>
                <c:pt idx="1604">
                  <c:v>9.6969696969696956E-2</c:v>
                </c:pt>
                <c:pt idx="1605">
                  <c:v>9.0909090909090925E-2</c:v>
                </c:pt>
                <c:pt idx="1606">
                  <c:v>8.4848484848484854E-2</c:v>
                </c:pt>
                <c:pt idx="1607">
                  <c:v>7.8787878787878782E-2</c:v>
                </c:pt>
                <c:pt idx="1608">
                  <c:v>7.2727272727272724E-2</c:v>
                </c:pt>
                <c:pt idx="1609">
                  <c:v>6.6666666666666666E-2</c:v>
                </c:pt>
                <c:pt idx="1610">
                  <c:v>6.0606060606060608E-2</c:v>
                </c:pt>
                <c:pt idx="1611">
                  <c:v>5.4545454545454543E-2</c:v>
                </c:pt>
                <c:pt idx="1612">
                  <c:v>4.8484848484848485E-2</c:v>
                </c:pt>
                <c:pt idx="1613">
                  <c:v>4.2424242424242427E-2</c:v>
                </c:pt>
                <c:pt idx="1614">
                  <c:v>3.6363636363636362E-2</c:v>
                </c:pt>
                <c:pt idx="1615">
                  <c:v>3.0303030303030304E-2</c:v>
                </c:pt>
                <c:pt idx="1616">
                  <c:v>2.4242424242424239E-2</c:v>
                </c:pt>
                <c:pt idx="1617">
                  <c:v>1.8181818181818181E-2</c:v>
                </c:pt>
                <c:pt idx="1618">
                  <c:v>1.2121212121212119E-2</c:v>
                </c:pt>
                <c:pt idx="1619">
                  <c:v>6.0606060606060606E-3</c:v>
                </c:pt>
                <c:pt idx="1620">
                  <c:v>0</c:v>
                </c:pt>
              </c:numCache>
            </c:numRef>
          </c:xVal>
          <c:yVal>
            <c:numRef>
              <c:f>Data!$B$2:$B$1622</c:f>
              <c:numCache>
                <c:formatCode>General</c:formatCode>
                <c:ptCount val="1621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0.15507518796992481</c:v>
                </c:pt>
                <c:pt idx="557">
                  <c:v>0.15522107243650046</c:v>
                </c:pt>
                <c:pt idx="558">
                  <c:v>0.15536723163841809</c:v>
                </c:pt>
                <c:pt idx="559">
                  <c:v>0.15551366635249764</c:v>
                </c:pt>
                <c:pt idx="560">
                  <c:v>0.15566037735849056</c:v>
                </c:pt>
                <c:pt idx="561">
                  <c:v>0.15580736543909349</c:v>
                </c:pt>
                <c:pt idx="562">
                  <c:v>0.15595463137996218</c:v>
                </c:pt>
                <c:pt idx="563">
                  <c:v>0.15610217596972564</c:v>
                </c:pt>
                <c:pt idx="564">
                  <c:v>0.15625</c:v>
                </c:pt>
                <c:pt idx="565">
                  <c:v>0.15639810426540285</c:v>
                </c:pt>
                <c:pt idx="566">
                  <c:v>0.15654648956356737</c:v>
                </c:pt>
                <c:pt idx="567">
                  <c:v>0.15669515669515668</c:v>
                </c:pt>
                <c:pt idx="568">
                  <c:v>0.15684410646387834</c:v>
                </c:pt>
                <c:pt idx="569">
                  <c:v>0.15699333967649856</c:v>
                </c:pt>
                <c:pt idx="570">
                  <c:v>0.15714285714285714</c:v>
                </c:pt>
                <c:pt idx="571">
                  <c:v>0.1572926596758818</c:v>
                </c:pt>
                <c:pt idx="572">
                  <c:v>0.15744274809160305</c:v>
                </c:pt>
                <c:pt idx="573">
                  <c:v>0.15759312320916904</c:v>
                </c:pt>
                <c:pt idx="574">
                  <c:v>0.15774378585086041</c:v>
                </c:pt>
                <c:pt idx="575">
                  <c:v>0.15789473684210523</c:v>
                </c:pt>
                <c:pt idx="576">
                  <c:v>0.15804597701149423</c:v>
                </c:pt>
                <c:pt idx="577">
                  <c:v>0.15819750719079578</c:v>
                </c:pt>
                <c:pt idx="578">
                  <c:v>0.15834932821497122</c:v>
                </c:pt>
                <c:pt idx="579">
                  <c:v>0.15850144092219021</c:v>
                </c:pt>
                <c:pt idx="580">
                  <c:v>0.15865384615384617</c:v>
                </c:pt>
                <c:pt idx="581">
                  <c:v>0.1588065447545717</c:v>
                </c:pt>
                <c:pt idx="582">
                  <c:v>0.15895953757225434</c:v>
                </c:pt>
                <c:pt idx="583">
                  <c:v>0.15911282545805208</c:v>
                </c:pt>
                <c:pt idx="584">
                  <c:v>0.15926640926640925</c:v>
                </c:pt>
                <c:pt idx="585">
                  <c:v>0.15942028985507245</c:v>
                </c:pt>
                <c:pt idx="586">
                  <c:v>0.15957446808510639</c:v>
                </c:pt>
                <c:pt idx="587">
                  <c:v>0.15972894482090996</c:v>
                </c:pt>
                <c:pt idx="588">
                  <c:v>0.15988372093023256</c:v>
                </c:pt>
                <c:pt idx="589">
                  <c:v>0.1600387972841901</c:v>
                </c:pt>
                <c:pt idx="590">
                  <c:v>0.16019417475728157</c:v>
                </c:pt>
                <c:pt idx="591">
                  <c:v>0.16034985422740525</c:v>
                </c:pt>
                <c:pt idx="592">
                  <c:v>0.1605058365758755</c:v>
                </c:pt>
                <c:pt idx="593">
                  <c:v>0.16066212268743915</c:v>
                </c:pt>
                <c:pt idx="594">
                  <c:v>0.16081871345029239</c:v>
                </c:pt>
                <c:pt idx="595">
                  <c:v>0.16097560975609757</c:v>
                </c:pt>
                <c:pt idx="596">
                  <c:v>0.1611328125</c:v>
                </c:pt>
                <c:pt idx="597">
                  <c:v>0.16129032258064516</c:v>
                </c:pt>
                <c:pt idx="598">
                  <c:v>0.16144814090019569</c:v>
                </c:pt>
                <c:pt idx="599">
                  <c:v>0.16160626836434869</c:v>
                </c:pt>
                <c:pt idx="600">
                  <c:v>0.16176470588235295</c:v>
                </c:pt>
                <c:pt idx="601">
                  <c:v>0.16192345436702649</c:v>
                </c:pt>
                <c:pt idx="602">
                  <c:v>0.16208251473477406</c:v>
                </c:pt>
                <c:pt idx="603">
                  <c:v>0.16224188790560473</c:v>
                </c:pt>
                <c:pt idx="604">
                  <c:v>0.1624015748031496</c:v>
                </c:pt>
                <c:pt idx="605">
                  <c:v>0.1625615763546798</c:v>
                </c:pt>
                <c:pt idx="606">
                  <c:v>0.16272189349112426</c:v>
                </c:pt>
                <c:pt idx="607">
                  <c:v>0.16288252714708787</c:v>
                </c:pt>
                <c:pt idx="608">
                  <c:v>0.16304347826086957</c:v>
                </c:pt>
                <c:pt idx="609">
                  <c:v>0.16320474777448071</c:v>
                </c:pt>
                <c:pt idx="610">
                  <c:v>0.16336633663366337</c:v>
                </c:pt>
                <c:pt idx="611">
                  <c:v>0.16352824578790881</c:v>
                </c:pt>
                <c:pt idx="612">
                  <c:v>0.16369047619047619</c:v>
                </c:pt>
                <c:pt idx="613">
                  <c:v>0.16385302879841113</c:v>
                </c:pt>
                <c:pt idx="614">
                  <c:v>0.16401590457256462</c:v>
                </c:pt>
                <c:pt idx="615">
                  <c:v>0.16417910447761194</c:v>
                </c:pt>
                <c:pt idx="616">
                  <c:v>0.16434262948207171</c:v>
                </c:pt>
                <c:pt idx="617">
                  <c:v>0.16450648055832504</c:v>
                </c:pt>
                <c:pt idx="618">
                  <c:v>0.16467065868263472</c:v>
                </c:pt>
                <c:pt idx="619">
                  <c:v>0.16483516483516483</c:v>
                </c:pt>
                <c:pt idx="620">
                  <c:v>0.16500000000000001</c:v>
                </c:pt>
                <c:pt idx="621">
                  <c:v>0.16516516516516516</c:v>
                </c:pt>
                <c:pt idx="622">
                  <c:v>0.16533066132264529</c:v>
                </c:pt>
                <c:pt idx="623">
                  <c:v>0.16549648946840523</c:v>
                </c:pt>
                <c:pt idx="624">
                  <c:v>0.16566265060240964</c:v>
                </c:pt>
                <c:pt idx="625">
                  <c:v>0.16582914572864321</c:v>
                </c:pt>
                <c:pt idx="626">
                  <c:v>0.16599597585513079</c:v>
                </c:pt>
                <c:pt idx="627">
                  <c:v>0.16616314199395771</c:v>
                </c:pt>
                <c:pt idx="628">
                  <c:v>0.16633064516129031</c:v>
                </c:pt>
                <c:pt idx="629">
                  <c:v>0.16649848637739656</c:v>
                </c:pt>
                <c:pt idx="630">
                  <c:v>0.16666666666666666</c:v>
                </c:pt>
                <c:pt idx="631">
                  <c:v>0.16683518705763398</c:v>
                </c:pt>
                <c:pt idx="632">
                  <c:v>0.16700404858299597</c:v>
                </c:pt>
                <c:pt idx="633">
                  <c:v>0.16717325227963525</c:v>
                </c:pt>
                <c:pt idx="634">
                  <c:v>0.16734279918864098</c:v>
                </c:pt>
                <c:pt idx="635">
                  <c:v>0.16751269035532995</c:v>
                </c:pt>
                <c:pt idx="636">
                  <c:v>0.1676829268292683</c:v>
                </c:pt>
                <c:pt idx="637">
                  <c:v>0.16785350966429299</c:v>
                </c:pt>
                <c:pt idx="638">
                  <c:v>0.16802443991853361</c:v>
                </c:pt>
                <c:pt idx="639">
                  <c:v>0.16819571865443425</c:v>
                </c:pt>
                <c:pt idx="640">
                  <c:v>0.1683673469387755</c:v>
                </c:pt>
                <c:pt idx="641">
                  <c:v>0.16853932584269662</c:v>
                </c:pt>
                <c:pt idx="642">
                  <c:v>0.16871165644171779</c:v>
                </c:pt>
                <c:pt idx="643">
                  <c:v>0.16888433981576254</c:v>
                </c:pt>
                <c:pt idx="644">
                  <c:v>0.16905737704918034</c:v>
                </c:pt>
                <c:pt idx="645">
                  <c:v>0.16923076923076924</c:v>
                </c:pt>
                <c:pt idx="646">
                  <c:v>0.16940451745379878</c:v>
                </c:pt>
                <c:pt idx="647">
                  <c:v>0.16957862281603289</c:v>
                </c:pt>
                <c:pt idx="648">
                  <c:v>0.16975308641975309</c:v>
                </c:pt>
                <c:pt idx="649">
                  <c:v>0.16992790937178168</c:v>
                </c:pt>
                <c:pt idx="650">
                  <c:v>0.16907216494845362</c:v>
                </c:pt>
                <c:pt idx="651">
                  <c:v>0.16924664602683179</c:v>
                </c:pt>
                <c:pt idx="652">
                  <c:v>0.16942148760330578</c:v>
                </c:pt>
                <c:pt idx="653">
                  <c:v>0.16959669079627715</c:v>
                </c:pt>
                <c:pt idx="654">
                  <c:v>0.16977225672877846</c:v>
                </c:pt>
                <c:pt idx="655">
                  <c:v>0.16994818652849741</c:v>
                </c:pt>
                <c:pt idx="656">
                  <c:v>0.17012448132780084</c:v>
                </c:pt>
                <c:pt idx="657">
                  <c:v>0.17030114226375909</c:v>
                </c:pt>
                <c:pt idx="658">
                  <c:v>0.17047817047817049</c:v>
                </c:pt>
                <c:pt idx="659">
                  <c:v>0.17065556711758584</c:v>
                </c:pt>
                <c:pt idx="660">
                  <c:v>0.17083333333333334</c:v>
                </c:pt>
                <c:pt idx="661">
                  <c:v>0.17101147028154329</c:v>
                </c:pt>
                <c:pt idx="662">
                  <c:v>0.17118997912317327</c:v>
                </c:pt>
                <c:pt idx="663">
                  <c:v>0.17136886102403345</c:v>
                </c:pt>
                <c:pt idx="664">
                  <c:v>0.17154811715481172</c:v>
                </c:pt>
                <c:pt idx="665">
                  <c:v>0.17172774869109947</c:v>
                </c:pt>
                <c:pt idx="666">
                  <c:v>0.17190775681341719</c:v>
                </c:pt>
                <c:pt idx="667">
                  <c:v>0.17208814270724029</c:v>
                </c:pt>
                <c:pt idx="668">
                  <c:v>0.17226890756302521</c:v>
                </c:pt>
                <c:pt idx="669">
                  <c:v>0.17245005257623555</c:v>
                </c:pt>
                <c:pt idx="670">
                  <c:v>0.17263157894736841</c:v>
                </c:pt>
                <c:pt idx="671">
                  <c:v>0.17281348788198103</c:v>
                </c:pt>
                <c:pt idx="672">
                  <c:v>0.1729957805907173</c:v>
                </c:pt>
                <c:pt idx="673">
                  <c:v>0.17317845828933473</c:v>
                </c:pt>
                <c:pt idx="674">
                  <c:v>0.17336152219873149</c:v>
                </c:pt>
                <c:pt idx="675">
                  <c:v>0.17354497354497356</c:v>
                </c:pt>
                <c:pt idx="676">
                  <c:v>0.17372881355932204</c:v>
                </c:pt>
                <c:pt idx="677">
                  <c:v>0.17391304347826086</c:v>
                </c:pt>
                <c:pt idx="678">
                  <c:v>0.17409766454352441</c:v>
                </c:pt>
                <c:pt idx="679">
                  <c:v>0.17428267800212541</c:v>
                </c:pt>
                <c:pt idx="680">
                  <c:v>0.17446808510638298</c:v>
                </c:pt>
                <c:pt idx="681">
                  <c:v>0.17465388711395102</c:v>
                </c:pt>
                <c:pt idx="682">
                  <c:v>0.17484008528784648</c:v>
                </c:pt>
                <c:pt idx="683">
                  <c:v>0.17502668089647813</c:v>
                </c:pt>
                <c:pt idx="684">
                  <c:v>0.1752136752136752</c:v>
                </c:pt>
                <c:pt idx="685">
                  <c:v>0.17540106951871659</c:v>
                </c:pt>
                <c:pt idx="686">
                  <c:v>0.17558886509635974</c:v>
                </c:pt>
                <c:pt idx="687">
                  <c:v>0.17577706323687031</c:v>
                </c:pt>
                <c:pt idx="688">
                  <c:v>0.17596566523605151</c:v>
                </c:pt>
                <c:pt idx="689">
                  <c:v>0.17615467239527391</c:v>
                </c:pt>
                <c:pt idx="690">
                  <c:v>0.17634408602150536</c:v>
                </c:pt>
                <c:pt idx="691">
                  <c:v>0.17653390742734124</c:v>
                </c:pt>
                <c:pt idx="692">
                  <c:v>0.17672413793103448</c:v>
                </c:pt>
                <c:pt idx="693">
                  <c:v>0.17691477885652643</c:v>
                </c:pt>
                <c:pt idx="694">
                  <c:v>0.17710583153347731</c:v>
                </c:pt>
                <c:pt idx="695">
                  <c:v>0.17729729729729729</c:v>
                </c:pt>
                <c:pt idx="696">
                  <c:v>0.1774891774891775</c:v>
                </c:pt>
                <c:pt idx="697">
                  <c:v>0.17768147345612134</c:v>
                </c:pt>
                <c:pt idx="698">
                  <c:v>0.17787418655097614</c:v>
                </c:pt>
                <c:pt idx="699">
                  <c:v>0.17806731813246471</c:v>
                </c:pt>
                <c:pt idx="700">
                  <c:v>0.17826086956521739</c:v>
                </c:pt>
                <c:pt idx="701">
                  <c:v>0.17845484221980412</c:v>
                </c:pt>
                <c:pt idx="702">
                  <c:v>0.1786492374727669</c:v>
                </c:pt>
                <c:pt idx="703">
                  <c:v>0.17884405670665213</c:v>
                </c:pt>
                <c:pt idx="704">
                  <c:v>0.17903930131004367</c:v>
                </c:pt>
                <c:pt idx="705">
                  <c:v>0.17923497267759564</c:v>
                </c:pt>
                <c:pt idx="706">
                  <c:v>0.17943107221006566</c:v>
                </c:pt>
                <c:pt idx="707">
                  <c:v>0.1796276013143483</c:v>
                </c:pt>
                <c:pt idx="708">
                  <c:v>0.17982456140350878</c:v>
                </c:pt>
                <c:pt idx="709">
                  <c:v>0.18002195389681669</c:v>
                </c:pt>
                <c:pt idx="710">
                  <c:v>0.18021978021978025</c:v>
                </c:pt>
                <c:pt idx="711">
                  <c:v>0.18041804180418039</c:v>
                </c:pt>
                <c:pt idx="712">
                  <c:v>0.18061674008810572</c:v>
                </c:pt>
                <c:pt idx="713">
                  <c:v>0.18081587651598677</c:v>
                </c:pt>
                <c:pt idx="714">
                  <c:v>0.18101545253863136</c:v>
                </c:pt>
                <c:pt idx="715">
                  <c:v>0.18121546961325968</c:v>
                </c:pt>
                <c:pt idx="716">
                  <c:v>0.18141592920353983</c:v>
                </c:pt>
                <c:pt idx="717">
                  <c:v>0.18161683277962348</c:v>
                </c:pt>
                <c:pt idx="718">
                  <c:v>0.18181818181818185</c:v>
                </c:pt>
                <c:pt idx="719">
                  <c:v>0.18201997780244172</c:v>
                </c:pt>
                <c:pt idx="720">
                  <c:v>0.18222222222222223</c:v>
                </c:pt>
                <c:pt idx="721">
                  <c:v>0.18242491657397109</c:v>
                </c:pt>
                <c:pt idx="722">
                  <c:v>0.18262806236080181</c:v>
                </c:pt>
                <c:pt idx="723">
                  <c:v>0.18283166109253063</c:v>
                </c:pt>
                <c:pt idx="724">
                  <c:v>0.18303571428571427</c:v>
                </c:pt>
                <c:pt idx="725">
                  <c:v>0.18324022346368715</c:v>
                </c:pt>
                <c:pt idx="726">
                  <c:v>0.18344519015659955</c:v>
                </c:pt>
                <c:pt idx="727">
                  <c:v>0.18365061590145576</c:v>
                </c:pt>
                <c:pt idx="728">
                  <c:v>0.18385650224215247</c:v>
                </c:pt>
                <c:pt idx="729">
                  <c:v>0.18406285072951739</c:v>
                </c:pt>
                <c:pt idx="730">
                  <c:v>0.1842696629213483</c:v>
                </c:pt>
                <c:pt idx="731">
                  <c:v>0.18447694038245219</c:v>
                </c:pt>
                <c:pt idx="732">
                  <c:v>0.18468468468468469</c:v>
                </c:pt>
                <c:pt idx="733">
                  <c:v>0.18489289740698983</c:v>
                </c:pt>
                <c:pt idx="734">
                  <c:v>0.18510158013544015</c:v>
                </c:pt>
                <c:pt idx="735">
                  <c:v>0.18531073446327684</c:v>
                </c:pt>
                <c:pt idx="736">
                  <c:v>0.18552036199095023</c:v>
                </c:pt>
                <c:pt idx="737">
                  <c:v>0.1857304643261608</c:v>
                </c:pt>
                <c:pt idx="738">
                  <c:v>0.18594104308390025</c:v>
                </c:pt>
                <c:pt idx="739">
                  <c:v>0.18615209988649264</c:v>
                </c:pt>
                <c:pt idx="740">
                  <c:v>0.18636363636363637</c:v>
                </c:pt>
                <c:pt idx="741">
                  <c:v>0.18657565415244595</c:v>
                </c:pt>
                <c:pt idx="742">
                  <c:v>0.18678815489749431</c:v>
                </c:pt>
                <c:pt idx="743">
                  <c:v>0.18700114025085521</c:v>
                </c:pt>
                <c:pt idx="744">
                  <c:v>0.18721461187214611</c:v>
                </c:pt>
                <c:pt idx="745">
                  <c:v>0.18742857142857144</c:v>
                </c:pt>
                <c:pt idx="746">
                  <c:v>0.18764302059496568</c:v>
                </c:pt>
                <c:pt idx="747">
                  <c:v>0.18785796105383737</c:v>
                </c:pt>
                <c:pt idx="748">
                  <c:v>0.18807339449541283</c:v>
                </c:pt>
                <c:pt idx="749">
                  <c:v>0.18828932261768083</c:v>
                </c:pt>
                <c:pt idx="750">
                  <c:v>0.18850574712643681</c:v>
                </c:pt>
                <c:pt idx="751">
                  <c:v>0.18872266973532795</c:v>
                </c:pt>
                <c:pt idx="752">
                  <c:v>0.1889400921658986</c:v>
                </c:pt>
                <c:pt idx="753">
                  <c:v>0.18915801614763553</c:v>
                </c:pt>
                <c:pt idx="754">
                  <c:v>0.18937644341801385</c:v>
                </c:pt>
                <c:pt idx="755">
                  <c:v>0.18959537572254337</c:v>
                </c:pt>
                <c:pt idx="756">
                  <c:v>0.18981481481481485</c:v>
                </c:pt>
                <c:pt idx="757">
                  <c:v>0.19003476245654696</c:v>
                </c:pt>
                <c:pt idx="758">
                  <c:v>0.1902552204176334</c:v>
                </c:pt>
                <c:pt idx="759">
                  <c:v>0.19047619047619049</c:v>
                </c:pt>
                <c:pt idx="760">
                  <c:v>0.19069767441860463</c:v>
                </c:pt>
                <c:pt idx="761">
                  <c:v>0.19091967403958091</c:v>
                </c:pt>
                <c:pt idx="762">
                  <c:v>0.19114219114219111</c:v>
                </c:pt>
                <c:pt idx="763">
                  <c:v>0.19136522753792296</c:v>
                </c:pt>
                <c:pt idx="764">
                  <c:v>0.19158878504672897</c:v>
                </c:pt>
                <c:pt idx="765">
                  <c:v>0.19181286549707599</c:v>
                </c:pt>
                <c:pt idx="766">
                  <c:v>0.19203747072599531</c:v>
                </c:pt>
                <c:pt idx="767">
                  <c:v>0.19226260257913247</c:v>
                </c:pt>
                <c:pt idx="768">
                  <c:v>0.19248826291079812</c:v>
                </c:pt>
                <c:pt idx="769">
                  <c:v>0.19271445358401881</c:v>
                </c:pt>
                <c:pt idx="770">
                  <c:v>0.19294117647058823</c:v>
                </c:pt>
                <c:pt idx="771">
                  <c:v>0.19316843345111895</c:v>
                </c:pt>
                <c:pt idx="772">
                  <c:v>0.19339622641509435</c:v>
                </c:pt>
                <c:pt idx="773">
                  <c:v>0.1936245572609209</c:v>
                </c:pt>
                <c:pt idx="774">
                  <c:v>0.19385342789598109</c:v>
                </c:pt>
                <c:pt idx="775">
                  <c:v>0.1940828402366864</c:v>
                </c:pt>
                <c:pt idx="776">
                  <c:v>0.19431279620853081</c:v>
                </c:pt>
                <c:pt idx="777">
                  <c:v>0.19454329774614473</c:v>
                </c:pt>
                <c:pt idx="778">
                  <c:v>0.19477434679334921</c:v>
                </c:pt>
                <c:pt idx="779">
                  <c:v>0.19500594530321047</c:v>
                </c:pt>
                <c:pt idx="780">
                  <c:v>0.19523809523809524</c:v>
                </c:pt>
                <c:pt idx="781">
                  <c:v>0.19547079856972585</c:v>
                </c:pt>
                <c:pt idx="782">
                  <c:v>0.19570405727923629</c:v>
                </c:pt>
                <c:pt idx="783">
                  <c:v>0.1959378733572282</c:v>
                </c:pt>
                <c:pt idx="784">
                  <c:v>0.19617224880382775</c:v>
                </c:pt>
                <c:pt idx="785">
                  <c:v>0.19640718562874251</c:v>
                </c:pt>
                <c:pt idx="786">
                  <c:v>0.19664268585131897</c:v>
                </c:pt>
                <c:pt idx="787">
                  <c:v>0.19687875150060025</c:v>
                </c:pt>
                <c:pt idx="788">
                  <c:v>0.19711538461538461</c:v>
                </c:pt>
                <c:pt idx="789">
                  <c:v>0.19735258724428401</c:v>
                </c:pt>
                <c:pt idx="790">
                  <c:v>0.19759036144578312</c:v>
                </c:pt>
                <c:pt idx="791">
                  <c:v>0.19782870928829915</c:v>
                </c:pt>
                <c:pt idx="792">
                  <c:v>0.19806763285024151</c:v>
                </c:pt>
                <c:pt idx="793">
                  <c:v>0.19830713422007257</c:v>
                </c:pt>
                <c:pt idx="794">
                  <c:v>0.19854721549636803</c:v>
                </c:pt>
                <c:pt idx="795">
                  <c:v>0.19878787878787879</c:v>
                </c:pt>
                <c:pt idx="796">
                  <c:v>0.19902912621359223</c:v>
                </c:pt>
                <c:pt idx="797">
                  <c:v>0.19927095990279464</c:v>
                </c:pt>
                <c:pt idx="798">
                  <c:v>0.19951338199513385</c:v>
                </c:pt>
                <c:pt idx="799">
                  <c:v>0.19975639464068209</c:v>
                </c:pt>
                <c:pt idx="800">
                  <c:v>0.2</c:v>
                </c:pt>
                <c:pt idx="801">
                  <c:v>0.20024420024420023</c:v>
                </c:pt>
                <c:pt idx="802">
                  <c:v>0.20048899755501223</c:v>
                </c:pt>
                <c:pt idx="803">
                  <c:v>0.200734394124847</c:v>
                </c:pt>
                <c:pt idx="804">
                  <c:v>0.20098039215686275</c:v>
                </c:pt>
                <c:pt idx="805">
                  <c:v>0.20122699386503068</c:v>
                </c:pt>
                <c:pt idx="806">
                  <c:v>0.20147420147420148</c:v>
                </c:pt>
                <c:pt idx="807">
                  <c:v>0.20172201722017219</c:v>
                </c:pt>
                <c:pt idx="808">
                  <c:v>0.2019704433497537</c:v>
                </c:pt>
                <c:pt idx="809">
                  <c:v>0.20221948212083848</c:v>
                </c:pt>
                <c:pt idx="810">
                  <c:v>0.20246913580246911</c:v>
                </c:pt>
                <c:pt idx="811">
                  <c:v>0.20271940667490729</c:v>
                </c:pt>
                <c:pt idx="812">
                  <c:v>0.20297029702970296</c:v>
                </c:pt>
                <c:pt idx="813">
                  <c:v>0.20322180916976457</c:v>
                </c:pt>
                <c:pt idx="814">
                  <c:v>0.20347394540942929</c:v>
                </c:pt>
                <c:pt idx="815">
                  <c:v>0.20372670807453416</c:v>
                </c:pt>
                <c:pt idx="816">
                  <c:v>0.20398009950248755</c:v>
                </c:pt>
                <c:pt idx="817">
                  <c:v>0.20423412204234123</c:v>
                </c:pt>
                <c:pt idx="818">
                  <c:v>0.20448877805486285</c:v>
                </c:pt>
                <c:pt idx="819">
                  <c:v>0.20474406991260924</c:v>
                </c:pt>
                <c:pt idx="820">
                  <c:v>0.20499999999999999</c:v>
                </c:pt>
                <c:pt idx="821">
                  <c:v>0.20525657071339173</c:v>
                </c:pt>
                <c:pt idx="822">
                  <c:v>0.20551378446115287</c:v>
                </c:pt>
                <c:pt idx="823">
                  <c:v>0.20577164366373901</c:v>
                </c:pt>
                <c:pt idx="824">
                  <c:v>0.20603015075376885</c:v>
                </c:pt>
                <c:pt idx="825">
                  <c:v>0.20628930817610064</c:v>
                </c:pt>
                <c:pt idx="826">
                  <c:v>0.20654911838790932</c:v>
                </c:pt>
                <c:pt idx="827">
                  <c:v>0.20680958385876419</c:v>
                </c:pt>
                <c:pt idx="828">
                  <c:v>0.20707070707070707</c:v>
                </c:pt>
                <c:pt idx="829">
                  <c:v>0.20733249051833119</c:v>
                </c:pt>
                <c:pt idx="830">
                  <c:v>0.20759493670886076</c:v>
                </c:pt>
                <c:pt idx="831">
                  <c:v>0.20785804816223064</c:v>
                </c:pt>
                <c:pt idx="832">
                  <c:v>0.20812182741116753</c:v>
                </c:pt>
                <c:pt idx="833">
                  <c:v>0.20838627700127063</c:v>
                </c:pt>
                <c:pt idx="834">
                  <c:v>0.20865139949109415</c:v>
                </c:pt>
                <c:pt idx="835">
                  <c:v>0.20891719745222931</c:v>
                </c:pt>
                <c:pt idx="836">
                  <c:v>0.20918367346938777</c:v>
                </c:pt>
                <c:pt idx="837">
                  <c:v>0.20945083014048532</c:v>
                </c:pt>
                <c:pt idx="838">
                  <c:v>0.20971867007672632</c:v>
                </c:pt>
                <c:pt idx="839">
                  <c:v>0.20998719590268888</c:v>
                </c:pt>
                <c:pt idx="840">
                  <c:v>0.21025641025641023</c:v>
                </c:pt>
                <c:pt idx="841">
                  <c:v>0.21052631578947367</c:v>
                </c:pt>
                <c:pt idx="842">
                  <c:v>0.21079691516709512</c:v>
                </c:pt>
                <c:pt idx="843">
                  <c:v>0.21106821106821108</c:v>
                </c:pt>
                <c:pt idx="844">
                  <c:v>0.21134020618556701</c:v>
                </c:pt>
                <c:pt idx="845">
                  <c:v>0.21161290322580645</c:v>
                </c:pt>
                <c:pt idx="846">
                  <c:v>0.21188630490956073</c:v>
                </c:pt>
                <c:pt idx="847">
                  <c:v>0.21216041397153945</c:v>
                </c:pt>
                <c:pt idx="848">
                  <c:v>0.21243523316062177</c:v>
                </c:pt>
                <c:pt idx="849">
                  <c:v>0.21271076523994811</c:v>
                </c:pt>
                <c:pt idx="850">
                  <c:v>0.21298701298701295</c:v>
                </c:pt>
                <c:pt idx="851">
                  <c:v>0.21326397919375817</c:v>
                </c:pt>
                <c:pt idx="852">
                  <c:v>0.21354166666666663</c:v>
                </c:pt>
                <c:pt idx="853">
                  <c:v>0.21382007822685789</c:v>
                </c:pt>
                <c:pt idx="854">
                  <c:v>0.21409921671018275</c:v>
                </c:pt>
                <c:pt idx="855">
                  <c:v>0.21437908496732025</c:v>
                </c:pt>
                <c:pt idx="856">
                  <c:v>0.21465968586387435</c:v>
                </c:pt>
                <c:pt idx="857">
                  <c:v>0.21494102228047185</c:v>
                </c:pt>
                <c:pt idx="858">
                  <c:v>0.21522309711286089</c:v>
                </c:pt>
                <c:pt idx="859">
                  <c:v>0.21550591327201052</c:v>
                </c:pt>
                <c:pt idx="860">
                  <c:v>0.21578947368421053</c:v>
                </c:pt>
                <c:pt idx="861">
                  <c:v>0.21607378129117261</c:v>
                </c:pt>
                <c:pt idx="862">
                  <c:v>0.21635883905013192</c:v>
                </c:pt>
                <c:pt idx="863">
                  <c:v>0.2166446499339498</c:v>
                </c:pt>
                <c:pt idx="864">
                  <c:v>0.21693121693121692</c:v>
                </c:pt>
                <c:pt idx="865">
                  <c:v>0.21721854304635765</c:v>
                </c:pt>
                <c:pt idx="866">
                  <c:v>0.21750663129973472</c:v>
                </c:pt>
                <c:pt idx="867">
                  <c:v>0.21779548472775564</c:v>
                </c:pt>
                <c:pt idx="868">
                  <c:v>0.21808510638297873</c:v>
                </c:pt>
                <c:pt idx="869">
                  <c:v>0.21837549933422104</c:v>
                </c:pt>
                <c:pt idx="870">
                  <c:v>0.21866666666666668</c:v>
                </c:pt>
                <c:pt idx="871">
                  <c:v>0.21895861148197596</c:v>
                </c:pt>
                <c:pt idx="872">
                  <c:v>0.21925133689839571</c:v>
                </c:pt>
                <c:pt idx="873">
                  <c:v>0.21954484605087016</c:v>
                </c:pt>
                <c:pt idx="874">
                  <c:v>0.21983914209115279</c:v>
                </c:pt>
                <c:pt idx="875">
                  <c:v>0.22013422818791947</c:v>
                </c:pt>
                <c:pt idx="876">
                  <c:v>0.22043010752688172</c:v>
                </c:pt>
                <c:pt idx="877">
                  <c:v>0.22072678331090176</c:v>
                </c:pt>
                <c:pt idx="878">
                  <c:v>0.22102425876010781</c:v>
                </c:pt>
                <c:pt idx="879">
                  <c:v>0.2213225371120108</c:v>
                </c:pt>
                <c:pt idx="880">
                  <c:v>0.22162162162162163</c:v>
                </c:pt>
                <c:pt idx="881">
                  <c:v>0.22192151556156969</c:v>
                </c:pt>
                <c:pt idx="882">
                  <c:v>0.22222222222222221</c:v>
                </c:pt>
                <c:pt idx="883">
                  <c:v>0.2225237449118046</c:v>
                </c:pt>
                <c:pt idx="884">
                  <c:v>0.22282608695652173</c:v>
                </c:pt>
                <c:pt idx="885">
                  <c:v>0.22312925170068024</c:v>
                </c:pt>
                <c:pt idx="886">
                  <c:v>0.22343324250681201</c:v>
                </c:pt>
                <c:pt idx="887">
                  <c:v>0.22373806275579808</c:v>
                </c:pt>
                <c:pt idx="888">
                  <c:v>0.22404371584699451</c:v>
                </c:pt>
                <c:pt idx="889">
                  <c:v>0.22435020519835841</c:v>
                </c:pt>
                <c:pt idx="890">
                  <c:v>0.22465753424657536</c:v>
                </c:pt>
                <c:pt idx="891">
                  <c:v>0.22496570644718791</c:v>
                </c:pt>
                <c:pt idx="892">
                  <c:v>0.22527472527472528</c:v>
                </c:pt>
                <c:pt idx="893">
                  <c:v>0.22558459422283356</c:v>
                </c:pt>
                <c:pt idx="894">
                  <c:v>0.22589531680440772</c:v>
                </c:pt>
                <c:pt idx="895">
                  <c:v>0.22620689655172413</c:v>
                </c:pt>
                <c:pt idx="896">
                  <c:v>0.22651933701657459</c:v>
                </c:pt>
                <c:pt idx="897">
                  <c:v>0.22683264177040111</c:v>
                </c:pt>
                <c:pt idx="898">
                  <c:v>0.22714681440443213</c:v>
                </c:pt>
                <c:pt idx="899">
                  <c:v>0.2274618585298197</c:v>
                </c:pt>
                <c:pt idx="900">
                  <c:v>0.22777777777777777</c:v>
                </c:pt>
                <c:pt idx="901">
                  <c:v>0.22809457579972184</c:v>
                </c:pt>
                <c:pt idx="902">
                  <c:v>0.22841225626740944</c:v>
                </c:pt>
                <c:pt idx="903">
                  <c:v>0.22873082287308227</c:v>
                </c:pt>
                <c:pt idx="904">
                  <c:v>0.22905027932960895</c:v>
                </c:pt>
                <c:pt idx="905">
                  <c:v>0.22937062937062935</c:v>
                </c:pt>
                <c:pt idx="906">
                  <c:v>0.22969187675070027</c:v>
                </c:pt>
                <c:pt idx="907">
                  <c:v>0.23001402524544179</c:v>
                </c:pt>
                <c:pt idx="908">
                  <c:v>0.2303370786516854</c:v>
                </c:pt>
                <c:pt idx="909">
                  <c:v>0.23066104078762303</c:v>
                </c:pt>
                <c:pt idx="910">
                  <c:v>0.23098591549295777</c:v>
                </c:pt>
                <c:pt idx="911">
                  <c:v>0.23131170662905501</c:v>
                </c:pt>
                <c:pt idx="912">
                  <c:v>0.23163841807909605</c:v>
                </c:pt>
                <c:pt idx="913">
                  <c:v>0.23196605374823195</c:v>
                </c:pt>
                <c:pt idx="914">
                  <c:v>0.23229461756373937</c:v>
                </c:pt>
                <c:pt idx="915">
                  <c:v>0.23262411347517731</c:v>
                </c:pt>
                <c:pt idx="916">
                  <c:v>0.23295454545454544</c:v>
                </c:pt>
                <c:pt idx="917">
                  <c:v>0.23328591749644381</c:v>
                </c:pt>
                <c:pt idx="918">
                  <c:v>0.23361823361823361</c:v>
                </c:pt>
                <c:pt idx="919">
                  <c:v>0.23395149786019973</c:v>
                </c:pt>
                <c:pt idx="920">
                  <c:v>0.23428571428571429</c:v>
                </c:pt>
                <c:pt idx="921">
                  <c:v>0.23462088698140199</c:v>
                </c:pt>
                <c:pt idx="922">
                  <c:v>0.23495702005730659</c:v>
                </c:pt>
                <c:pt idx="923">
                  <c:v>0.23529411764705879</c:v>
                </c:pt>
                <c:pt idx="924">
                  <c:v>0.23563218390804597</c:v>
                </c:pt>
                <c:pt idx="925">
                  <c:v>0.23597122302158272</c:v>
                </c:pt>
                <c:pt idx="926">
                  <c:v>0.23631123919308361</c:v>
                </c:pt>
                <c:pt idx="927">
                  <c:v>0.23665223665223664</c:v>
                </c:pt>
                <c:pt idx="928">
                  <c:v>0.23699421965317921</c:v>
                </c:pt>
                <c:pt idx="929">
                  <c:v>0.23733719247467441</c:v>
                </c:pt>
                <c:pt idx="930">
                  <c:v>0.23768115942028983</c:v>
                </c:pt>
                <c:pt idx="931">
                  <c:v>0.23802612481857768</c:v>
                </c:pt>
                <c:pt idx="932">
                  <c:v>0.23837209302325585</c:v>
                </c:pt>
                <c:pt idx="933">
                  <c:v>0.23871906841339155</c:v>
                </c:pt>
                <c:pt idx="934">
                  <c:v>0.239067055393586</c:v>
                </c:pt>
                <c:pt idx="935">
                  <c:v>0.23941605839416055</c:v>
                </c:pt>
                <c:pt idx="936">
                  <c:v>0.23976608187134504</c:v>
                </c:pt>
                <c:pt idx="937">
                  <c:v>0.24011713030746704</c:v>
                </c:pt>
                <c:pt idx="938">
                  <c:v>0.2404692082111437</c:v>
                </c:pt>
                <c:pt idx="939">
                  <c:v>0.24082232011747431</c:v>
                </c:pt>
                <c:pt idx="940">
                  <c:v>0.2411764705882353</c:v>
                </c:pt>
                <c:pt idx="941">
                  <c:v>0.24153166421207661</c:v>
                </c:pt>
                <c:pt idx="942">
                  <c:v>0.24188790560471976</c:v>
                </c:pt>
                <c:pt idx="943">
                  <c:v>0.24224519940915809</c:v>
                </c:pt>
                <c:pt idx="944">
                  <c:v>0.24260355029585801</c:v>
                </c:pt>
                <c:pt idx="945">
                  <c:v>0.24296296296296296</c:v>
                </c:pt>
                <c:pt idx="946">
                  <c:v>0.24332344213649851</c:v>
                </c:pt>
                <c:pt idx="947">
                  <c:v>0.24368499257057949</c:v>
                </c:pt>
                <c:pt idx="948">
                  <c:v>0.24404761904761904</c:v>
                </c:pt>
                <c:pt idx="949">
                  <c:v>0.24441132637853949</c:v>
                </c:pt>
                <c:pt idx="950">
                  <c:v>0.24477611940298508</c:v>
                </c:pt>
                <c:pt idx="951">
                  <c:v>0.24514200298953664</c:v>
                </c:pt>
                <c:pt idx="952">
                  <c:v>0.2440119760479042</c:v>
                </c:pt>
                <c:pt idx="953">
                  <c:v>0.24437781109445281</c:v>
                </c:pt>
                <c:pt idx="954">
                  <c:v>0.24474474474474475</c:v>
                </c:pt>
                <c:pt idx="955">
                  <c:v>0.24511278195488723</c:v>
                </c:pt>
                <c:pt idx="956">
                  <c:v>0.24548192771084337</c:v>
                </c:pt>
                <c:pt idx="957">
                  <c:v>0.2458521870286576</c:v>
                </c:pt>
                <c:pt idx="958">
                  <c:v>0.24622356495468281</c:v>
                </c:pt>
                <c:pt idx="959">
                  <c:v>0.24508320726172467</c:v>
                </c:pt>
                <c:pt idx="960">
                  <c:v>0.24545454545454545</c:v>
                </c:pt>
                <c:pt idx="961">
                  <c:v>0.24582701062215481</c:v>
                </c:pt>
                <c:pt idx="962">
                  <c:v>0.24620060790273557</c:v>
                </c:pt>
                <c:pt idx="963">
                  <c:v>0.24657534246575341</c:v>
                </c:pt>
                <c:pt idx="964">
                  <c:v>0.24695121951219512</c:v>
                </c:pt>
                <c:pt idx="965">
                  <c:v>0.24732824427480915</c:v>
                </c:pt>
                <c:pt idx="966">
                  <c:v>0.24770642201834864</c:v>
                </c:pt>
                <c:pt idx="967">
                  <c:v>0.24808575803981625</c:v>
                </c:pt>
                <c:pt idx="968">
                  <c:v>0.24846625766871169</c:v>
                </c:pt>
                <c:pt idx="969">
                  <c:v>0.24884792626728111</c:v>
                </c:pt>
                <c:pt idx="970">
                  <c:v>0.24923076923076923</c:v>
                </c:pt>
                <c:pt idx="971">
                  <c:v>0.24961479198767331</c:v>
                </c:pt>
                <c:pt idx="972">
                  <c:v>0.25</c:v>
                </c:pt>
                <c:pt idx="973">
                  <c:v>0.24884080370942813</c:v>
                </c:pt>
                <c:pt idx="974">
                  <c:v>0.24922600619195048</c:v>
                </c:pt>
                <c:pt idx="975">
                  <c:v>0.24806201550387597</c:v>
                </c:pt>
                <c:pt idx="976">
                  <c:v>0.2484472049689441</c:v>
                </c:pt>
                <c:pt idx="977">
                  <c:v>0.24883359253499224</c:v>
                </c:pt>
                <c:pt idx="978">
                  <c:v>0.24922118380062305</c:v>
                </c:pt>
                <c:pt idx="979">
                  <c:v>0.24960998439937601</c:v>
                </c:pt>
                <c:pt idx="980">
                  <c:v>0.25</c:v>
                </c:pt>
                <c:pt idx="981">
                  <c:v>0.25039123630672927</c:v>
                </c:pt>
                <c:pt idx="982">
                  <c:v>0.2507836990595611</c:v>
                </c:pt>
                <c:pt idx="983">
                  <c:v>0.25117739403453687</c:v>
                </c:pt>
                <c:pt idx="984">
                  <c:v>0.25157232704402516</c:v>
                </c:pt>
                <c:pt idx="985">
                  <c:v>0.25196850393700787</c:v>
                </c:pt>
                <c:pt idx="986">
                  <c:v>0.25236593059936907</c:v>
                </c:pt>
                <c:pt idx="987">
                  <c:v>0.2527646129541864</c:v>
                </c:pt>
                <c:pt idx="988">
                  <c:v>0.25316455696202533</c:v>
                </c:pt>
                <c:pt idx="989">
                  <c:v>0.25356576862123614</c:v>
                </c:pt>
                <c:pt idx="990">
                  <c:v>0.25396825396825395</c:v>
                </c:pt>
                <c:pt idx="991">
                  <c:v>0.25437201907790141</c:v>
                </c:pt>
                <c:pt idx="992">
                  <c:v>0.25477707006369427</c:v>
                </c:pt>
                <c:pt idx="993">
                  <c:v>0.2551834130781499</c:v>
                </c:pt>
                <c:pt idx="994">
                  <c:v>0.25559105431309903</c:v>
                </c:pt>
                <c:pt idx="995">
                  <c:v>0.25600000000000001</c:v>
                </c:pt>
                <c:pt idx="996">
                  <c:v>0.25641025641025639</c:v>
                </c:pt>
                <c:pt idx="997">
                  <c:v>0.2568218298555377</c:v>
                </c:pt>
                <c:pt idx="998">
                  <c:v>0.25723472668810288</c:v>
                </c:pt>
                <c:pt idx="999">
                  <c:v>0.25764895330112719</c:v>
                </c:pt>
                <c:pt idx="1000">
                  <c:v>0.25806451612903225</c:v>
                </c:pt>
                <c:pt idx="1001">
                  <c:v>0.25848142164781907</c:v>
                </c:pt>
                <c:pt idx="1002">
                  <c:v>0.25889967637540451</c:v>
                </c:pt>
                <c:pt idx="1003">
                  <c:v>0.2593192868719611</c:v>
                </c:pt>
                <c:pt idx="1004">
                  <c:v>0.25974025974025972</c:v>
                </c:pt>
                <c:pt idx="1005">
                  <c:v>0.26016260162601629</c:v>
                </c:pt>
                <c:pt idx="1006">
                  <c:v>0.26058631921824105</c:v>
                </c:pt>
                <c:pt idx="1007">
                  <c:v>0.26101141924959215</c:v>
                </c:pt>
                <c:pt idx="1008">
                  <c:v>0.26143790849673204</c:v>
                </c:pt>
                <c:pt idx="1009">
                  <c:v>0.26186579378068742</c:v>
                </c:pt>
                <c:pt idx="1010">
                  <c:v>0.26229508196721313</c:v>
                </c:pt>
                <c:pt idx="1011">
                  <c:v>0.26272577996715929</c:v>
                </c:pt>
                <c:pt idx="1012">
                  <c:v>0.26315789473684209</c:v>
                </c:pt>
                <c:pt idx="1013">
                  <c:v>0.26359143327841844</c:v>
                </c:pt>
                <c:pt idx="1014">
                  <c:v>0.264026402640264</c:v>
                </c:pt>
                <c:pt idx="1015">
                  <c:v>0.26446280991735538</c:v>
                </c:pt>
                <c:pt idx="1016">
                  <c:v>0.26490066225165565</c:v>
                </c:pt>
                <c:pt idx="1017">
                  <c:v>0.26533996683250416</c:v>
                </c:pt>
                <c:pt idx="1018">
                  <c:v>0.26578073089700999</c:v>
                </c:pt>
                <c:pt idx="1019">
                  <c:v>0.26622296173044924</c:v>
                </c:pt>
                <c:pt idx="1020">
                  <c:v>0.26666666666666666</c:v>
                </c:pt>
                <c:pt idx="1021">
                  <c:v>0.26711185308848079</c:v>
                </c:pt>
                <c:pt idx="1022">
                  <c:v>0.26755852842809363</c:v>
                </c:pt>
                <c:pt idx="1023">
                  <c:v>0.26800670016750416</c:v>
                </c:pt>
                <c:pt idx="1024">
                  <c:v>0.26845637583892618</c:v>
                </c:pt>
                <c:pt idx="1025">
                  <c:v>0.26890756302521007</c:v>
                </c:pt>
                <c:pt idx="1026">
                  <c:v>0.26936026936026936</c:v>
                </c:pt>
                <c:pt idx="1027">
                  <c:v>0.26981450252951095</c:v>
                </c:pt>
                <c:pt idx="1028">
                  <c:v>0.27027027027027029</c:v>
                </c:pt>
                <c:pt idx="1029">
                  <c:v>0.27072758037225042</c:v>
                </c:pt>
                <c:pt idx="1030">
                  <c:v>0.2711864406779661</c:v>
                </c:pt>
                <c:pt idx="1031">
                  <c:v>0.27164685908319186</c:v>
                </c:pt>
                <c:pt idx="1032">
                  <c:v>0.27210884353741499</c:v>
                </c:pt>
                <c:pt idx="1033">
                  <c:v>0.27257240204429301</c:v>
                </c:pt>
                <c:pt idx="1034">
                  <c:v>0.27303754266211605</c:v>
                </c:pt>
                <c:pt idx="1035">
                  <c:v>0.27350427350427353</c:v>
                </c:pt>
                <c:pt idx="1036">
                  <c:v>0.27397260273972601</c:v>
                </c:pt>
                <c:pt idx="1037">
                  <c:v>0.274442538593482</c:v>
                </c:pt>
                <c:pt idx="1038">
                  <c:v>0.27491408934707906</c:v>
                </c:pt>
                <c:pt idx="1039">
                  <c:v>0.27538726333907054</c:v>
                </c:pt>
                <c:pt idx="1040">
                  <c:v>0.27413793103448275</c:v>
                </c:pt>
                <c:pt idx="1041">
                  <c:v>0.27461139896373055</c:v>
                </c:pt>
                <c:pt idx="1042">
                  <c:v>0.27508650519031141</c:v>
                </c:pt>
                <c:pt idx="1043">
                  <c:v>0.27383015597920279</c:v>
                </c:pt>
                <c:pt idx="1044">
                  <c:v>0.27430555555555558</c:v>
                </c:pt>
                <c:pt idx="1045">
                  <c:v>0.27478260869565219</c:v>
                </c:pt>
                <c:pt idx="1046">
                  <c:v>0.27526132404181186</c:v>
                </c:pt>
                <c:pt idx="1047">
                  <c:v>0.27574171029668409</c:v>
                </c:pt>
                <c:pt idx="1048">
                  <c:v>0.2762237762237762</c:v>
                </c:pt>
                <c:pt idx="1049">
                  <c:v>0.27670753064798598</c:v>
                </c:pt>
                <c:pt idx="1050">
                  <c:v>0.27719298245614032</c:v>
                </c:pt>
                <c:pt idx="1051">
                  <c:v>0.27768014059753954</c:v>
                </c:pt>
                <c:pt idx="1052">
                  <c:v>0.27816901408450706</c:v>
                </c:pt>
                <c:pt idx="1053">
                  <c:v>0.27865961199294531</c:v>
                </c:pt>
                <c:pt idx="1054">
                  <c:v>0.27915194346289751</c:v>
                </c:pt>
                <c:pt idx="1055">
                  <c:v>0.27964601769911507</c:v>
                </c:pt>
                <c:pt idx="1056">
                  <c:v>0.28014184397163122</c:v>
                </c:pt>
                <c:pt idx="1057">
                  <c:v>0.28063943161634103</c:v>
                </c:pt>
                <c:pt idx="1058">
                  <c:v>0.28113879003558717</c:v>
                </c:pt>
                <c:pt idx="1059">
                  <c:v>0.28163992869875221</c:v>
                </c:pt>
                <c:pt idx="1060">
                  <c:v>0.28214285714285714</c:v>
                </c:pt>
                <c:pt idx="1061">
                  <c:v>0.28264758497316639</c:v>
                </c:pt>
                <c:pt idx="1062">
                  <c:v>0.28315412186379929</c:v>
                </c:pt>
                <c:pt idx="1063">
                  <c:v>0.28366247755834828</c:v>
                </c:pt>
                <c:pt idx="1064">
                  <c:v>0.28417266187050361</c:v>
                </c:pt>
                <c:pt idx="1065">
                  <c:v>0.28468468468468466</c:v>
                </c:pt>
                <c:pt idx="1066">
                  <c:v>0.2851985559566787</c:v>
                </c:pt>
                <c:pt idx="1067">
                  <c:v>0.2857142857142857</c:v>
                </c:pt>
                <c:pt idx="1068">
                  <c:v>0.28623188405797101</c:v>
                </c:pt>
                <c:pt idx="1069">
                  <c:v>0.2867513611615245</c:v>
                </c:pt>
                <c:pt idx="1070">
                  <c:v>0.28727272727272729</c:v>
                </c:pt>
                <c:pt idx="1071">
                  <c:v>0.28779599271402551</c:v>
                </c:pt>
                <c:pt idx="1072">
                  <c:v>0.28832116788321166</c:v>
                </c:pt>
                <c:pt idx="1073">
                  <c:v>0.28884826325411334</c:v>
                </c:pt>
                <c:pt idx="1074">
                  <c:v>0.2893772893772894</c:v>
                </c:pt>
                <c:pt idx="1075">
                  <c:v>0.28990825688073396</c:v>
                </c:pt>
                <c:pt idx="1076">
                  <c:v>0.29044117647058826</c:v>
                </c:pt>
                <c:pt idx="1077">
                  <c:v>0.29097605893186002</c:v>
                </c:pt>
                <c:pt idx="1078">
                  <c:v>0.29151291512915128</c:v>
                </c:pt>
                <c:pt idx="1079">
                  <c:v>0.29205175600739369</c:v>
                </c:pt>
                <c:pt idx="1080">
                  <c:v>0.29259259259259257</c:v>
                </c:pt>
                <c:pt idx="1081">
                  <c:v>0.29313543599257885</c:v>
                </c:pt>
                <c:pt idx="1082">
                  <c:v>0.29368029739776952</c:v>
                </c:pt>
                <c:pt idx="1083">
                  <c:v>0.29422718808193671</c:v>
                </c:pt>
                <c:pt idx="1084">
                  <c:v>0.29477611940298509</c:v>
                </c:pt>
                <c:pt idx="1085">
                  <c:v>0.29532710280373831</c:v>
                </c:pt>
                <c:pt idx="1086">
                  <c:v>0.29588014981273408</c:v>
                </c:pt>
                <c:pt idx="1087">
                  <c:v>0.29643527204502812</c:v>
                </c:pt>
                <c:pt idx="1088">
                  <c:v>0.29699248120300753</c:v>
                </c:pt>
                <c:pt idx="1089">
                  <c:v>0.2975517890772128</c:v>
                </c:pt>
                <c:pt idx="1090">
                  <c:v>0.2981132075471698</c:v>
                </c:pt>
                <c:pt idx="1091">
                  <c:v>0.29867674858223064</c:v>
                </c:pt>
                <c:pt idx="1092">
                  <c:v>0.29924242424242425</c:v>
                </c:pt>
                <c:pt idx="1093">
                  <c:v>0.29981024667931688</c:v>
                </c:pt>
                <c:pt idx="1094">
                  <c:v>0.30038022813688214</c:v>
                </c:pt>
                <c:pt idx="1095">
                  <c:v>0.30095238095238097</c:v>
                </c:pt>
                <c:pt idx="1096">
                  <c:v>0.30152671755725191</c:v>
                </c:pt>
                <c:pt idx="1097">
                  <c:v>0.30210325047801145</c:v>
                </c:pt>
                <c:pt idx="1098">
                  <c:v>0.30268199233716475</c:v>
                </c:pt>
                <c:pt idx="1099">
                  <c:v>0.30326295585412666</c:v>
                </c:pt>
                <c:pt idx="1100">
                  <c:v>0.30384615384615382</c:v>
                </c:pt>
                <c:pt idx="1101">
                  <c:v>0.30443159922928709</c:v>
                </c:pt>
                <c:pt idx="1102">
                  <c:v>0.30501930501930502</c:v>
                </c:pt>
                <c:pt idx="1103">
                  <c:v>0.30560928433268858</c:v>
                </c:pt>
                <c:pt idx="1104">
                  <c:v>0.30620155038759689</c:v>
                </c:pt>
                <c:pt idx="1105">
                  <c:v>0.30679611650485439</c:v>
                </c:pt>
                <c:pt idx="1106">
                  <c:v>0.30739299610894943</c:v>
                </c:pt>
                <c:pt idx="1107">
                  <c:v>0.30799220272904482</c:v>
                </c:pt>
                <c:pt idx="1108">
                  <c:v>0.306640625</c:v>
                </c:pt>
                <c:pt idx="1109">
                  <c:v>0.30724070450097846</c:v>
                </c:pt>
                <c:pt idx="1110">
                  <c:v>0.30784313725490198</c:v>
                </c:pt>
                <c:pt idx="1111">
                  <c:v>0.30844793713163066</c:v>
                </c:pt>
                <c:pt idx="1112">
                  <c:v>0.30905511811023623</c:v>
                </c:pt>
                <c:pt idx="1113">
                  <c:v>0.30966469428007892</c:v>
                </c:pt>
                <c:pt idx="1114">
                  <c:v>0.31027667984189722</c:v>
                </c:pt>
                <c:pt idx="1115">
                  <c:v>0.31089108910891089</c:v>
                </c:pt>
                <c:pt idx="1116">
                  <c:v>0.31150793650793651</c:v>
                </c:pt>
                <c:pt idx="1117">
                  <c:v>0.31212723658051689</c:v>
                </c:pt>
                <c:pt idx="1118">
                  <c:v>0.31274900398406374</c:v>
                </c:pt>
                <c:pt idx="1119">
                  <c:v>0.31337325349301398</c:v>
                </c:pt>
                <c:pt idx="1120">
                  <c:v>0.314</c:v>
                </c:pt>
                <c:pt idx="1121">
                  <c:v>0.31462925851703405</c:v>
                </c:pt>
                <c:pt idx="1122">
                  <c:v>0.31526104417670681</c:v>
                </c:pt>
                <c:pt idx="1123">
                  <c:v>0.31589537223340042</c:v>
                </c:pt>
                <c:pt idx="1124">
                  <c:v>0.31653225806451613</c:v>
                </c:pt>
                <c:pt idx="1125">
                  <c:v>0.31717171717171716</c:v>
                </c:pt>
                <c:pt idx="1126">
                  <c:v>0.31781376518218624</c:v>
                </c:pt>
                <c:pt idx="1127">
                  <c:v>0.31845841784989859</c:v>
                </c:pt>
                <c:pt idx="1128">
                  <c:v>0.31910569105691056</c:v>
                </c:pt>
                <c:pt idx="1129">
                  <c:v>0.31975560081466398</c:v>
                </c:pt>
                <c:pt idx="1130">
                  <c:v>0.32040816326530613</c:v>
                </c:pt>
                <c:pt idx="1131">
                  <c:v>0.32106339468302658</c:v>
                </c:pt>
                <c:pt idx="1132">
                  <c:v>0.32172131147540983</c:v>
                </c:pt>
                <c:pt idx="1133">
                  <c:v>0.32238193018480493</c:v>
                </c:pt>
                <c:pt idx="1134">
                  <c:v>0.32304526748971191</c:v>
                </c:pt>
                <c:pt idx="1135">
                  <c:v>0.32371134020618558</c:v>
                </c:pt>
                <c:pt idx="1136">
                  <c:v>0.32438016528925617</c:v>
                </c:pt>
                <c:pt idx="1137">
                  <c:v>0.32505175983436851</c:v>
                </c:pt>
                <c:pt idx="1138">
                  <c:v>0.32572614107883818</c:v>
                </c:pt>
                <c:pt idx="1139">
                  <c:v>0.32640332640332642</c:v>
                </c:pt>
                <c:pt idx="1140">
                  <c:v>0.32708333333333334</c:v>
                </c:pt>
                <c:pt idx="1141">
                  <c:v>0.3277661795407098</c:v>
                </c:pt>
                <c:pt idx="1142">
                  <c:v>0.32845188284518828</c:v>
                </c:pt>
                <c:pt idx="1143">
                  <c:v>0.32914046121593293</c:v>
                </c:pt>
                <c:pt idx="1144">
                  <c:v>0.32983193277310924</c:v>
                </c:pt>
                <c:pt idx="1145">
                  <c:v>0.33052631578947367</c:v>
                </c:pt>
                <c:pt idx="1146">
                  <c:v>0.33122362869198313</c:v>
                </c:pt>
                <c:pt idx="1147">
                  <c:v>0.33192389006342493</c:v>
                </c:pt>
                <c:pt idx="1148">
                  <c:v>0.3326271186440678</c:v>
                </c:pt>
                <c:pt idx="1149">
                  <c:v>0.33333333333333331</c:v>
                </c:pt>
                <c:pt idx="1150">
                  <c:v>0.33404255319148934</c:v>
                </c:pt>
                <c:pt idx="1151">
                  <c:v>0.3347547974413646</c:v>
                </c:pt>
                <c:pt idx="1152">
                  <c:v>0.33547008547008544</c:v>
                </c:pt>
                <c:pt idx="1153">
                  <c:v>0.3361884368308351</c:v>
                </c:pt>
                <c:pt idx="1154">
                  <c:v>0.33690987124463517</c:v>
                </c:pt>
                <c:pt idx="1155">
                  <c:v>0.33763440860215055</c:v>
                </c:pt>
                <c:pt idx="1156">
                  <c:v>0.33836206896551724</c:v>
                </c:pt>
                <c:pt idx="1157">
                  <c:v>0.33909287257019438</c:v>
                </c:pt>
                <c:pt idx="1158">
                  <c:v>0.33982683982683981</c:v>
                </c:pt>
                <c:pt idx="1159">
                  <c:v>0.34056399132321041</c:v>
                </c:pt>
                <c:pt idx="1160">
                  <c:v>0.34130434782608693</c:v>
                </c:pt>
                <c:pt idx="1161">
                  <c:v>0.34204793028322439</c:v>
                </c:pt>
                <c:pt idx="1162">
                  <c:v>0.34279475982532753</c:v>
                </c:pt>
                <c:pt idx="1163">
                  <c:v>0.34354485776805249</c:v>
                </c:pt>
                <c:pt idx="1164">
                  <c:v>0.3442982456140351</c:v>
                </c:pt>
                <c:pt idx="1165">
                  <c:v>0.34505494505494505</c:v>
                </c:pt>
                <c:pt idx="1166">
                  <c:v>0.3458149779735683</c:v>
                </c:pt>
                <c:pt idx="1167">
                  <c:v>0.34657836644591611</c:v>
                </c:pt>
                <c:pt idx="1168">
                  <c:v>0.34734513274336282</c:v>
                </c:pt>
                <c:pt idx="1169">
                  <c:v>0.34811529933481156</c:v>
                </c:pt>
                <c:pt idx="1170">
                  <c:v>0.34888888888888892</c:v>
                </c:pt>
                <c:pt idx="1171">
                  <c:v>0.34966592427616927</c:v>
                </c:pt>
                <c:pt idx="1172">
                  <c:v>0.35044642857142855</c:v>
                </c:pt>
                <c:pt idx="1173">
                  <c:v>0.35123042505592839</c:v>
                </c:pt>
                <c:pt idx="1174">
                  <c:v>0.35201793721973096</c:v>
                </c:pt>
                <c:pt idx="1175">
                  <c:v>0.35280898876404493</c:v>
                </c:pt>
                <c:pt idx="1176">
                  <c:v>0.3536036036036036</c:v>
                </c:pt>
                <c:pt idx="1177">
                  <c:v>0.35440180586907449</c:v>
                </c:pt>
                <c:pt idx="1178">
                  <c:v>0.35520361990950228</c:v>
                </c:pt>
                <c:pt idx="1179">
                  <c:v>0.35600907029478457</c:v>
                </c:pt>
                <c:pt idx="1180">
                  <c:v>0.35681818181818181</c:v>
                </c:pt>
                <c:pt idx="1181">
                  <c:v>0.35763097949886102</c:v>
                </c:pt>
                <c:pt idx="1182">
                  <c:v>0.35844748858447489</c:v>
                </c:pt>
                <c:pt idx="1183">
                  <c:v>0.35926773455377575</c:v>
                </c:pt>
                <c:pt idx="1184">
                  <c:v>0.36009174311926606</c:v>
                </c:pt>
                <c:pt idx="1185">
                  <c:v>0.36091954022988504</c:v>
                </c:pt>
                <c:pt idx="1186">
                  <c:v>0.36175115207373271</c:v>
                </c:pt>
                <c:pt idx="1187">
                  <c:v>0.3625866050808314</c:v>
                </c:pt>
                <c:pt idx="1188">
                  <c:v>0.36342592592592593</c:v>
                </c:pt>
                <c:pt idx="1189">
                  <c:v>0.3642691415313225</c:v>
                </c:pt>
                <c:pt idx="1190">
                  <c:v>0.36511627906976746</c:v>
                </c:pt>
                <c:pt idx="1191">
                  <c:v>0.3659673659673659</c:v>
                </c:pt>
                <c:pt idx="1192">
                  <c:v>0.36682242990654207</c:v>
                </c:pt>
                <c:pt idx="1193">
                  <c:v>0.36768149882903983</c:v>
                </c:pt>
                <c:pt idx="1194">
                  <c:v>0.36854460093896713</c:v>
                </c:pt>
                <c:pt idx="1195">
                  <c:v>0.36941176470588233</c:v>
                </c:pt>
                <c:pt idx="1196">
                  <c:v>0.37028301886792458</c:v>
                </c:pt>
                <c:pt idx="1197">
                  <c:v>0.37115839243498816</c:v>
                </c:pt>
                <c:pt idx="1198">
                  <c:v>0.37203791469194314</c:v>
                </c:pt>
                <c:pt idx="1199">
                  <c:v>0.37292161520190026</c:v>
                </c:pt>
                <c:pt idx="1200">
                  <c:v>0.37380952380952381</c:v>
                </c:pt>
                <c:pt idx="1201">
                  <c:v>0.37470167064439142</c:v>
                </c:pt>
                <c:pt idx="1202">
                  <c:v>0.37559808612440193</c:v>
                </c:pt>
                <c:pt idx="1203">
                  <c:v>0.3764988009592326</c:v>
                </c:pt>
                <c:pt idx="1204">
                  <c:v>0.37740384615384615</c:v>
                </c:pt>
                <c:pt idx="1205">
                  <c:v>0.37831325301204821</c:v>
                </c:pt>
                <c:pt idx="1206">
                  <c:v>0.37922705314009664</c:v>
                </c:pt>
                <c:pt idx="1207">
                  <c:v>0.38014527845036322</c:v>
                </c:pt>
                <c:pt idx="1208">
                  <c:v>0.38106796116504854</c:v>
                </c:pt>
                <c:pt idx="1209">
                  <c:v>0.38199513381995132</c:v>
                </c:pt>
                <c:pt idx="1210">
                  <c:v>0.38292682926829269</c:v>
                </c:pt>
                <c:pt idx="1211">
                  <c:v>0.38386308068459657</c:v>
                </c:pt>
                <c:pt idx="1212">
                  <c:v>0.38480392156862742</c:v>
                </c:pt>
                <c:pt idx="1213">
                  <c:v>0.38574938574938578</c:v>
                </c:pt>
                <c:pt idx="1214">
                  <c:v>0.38669950738916259</c:v>
                </c:pt>
                <c:pt idx="1215">
                  <c:v>0.38765432098765434</c:v>
                </c:pt>
                <c:pt idx="1216">
                  <c:v>0.38861386138613863</c:v>
                </c:pt>
                <c:pt idx="1217">
                  <c:v>0.38957816377171217</c:v>
                </c:pt>
                <c:pt idx="1218">
                  <c:v>0.39054726368159198</c:v>
                </c:pt>
                <c:pt idx="1219">
                  <c:v>0.39152119700748128</c:v>
                </c:pt>
                <c:pt idx="1220">
                  <c:v>0.39250000000000002</c:v>
                </c:pt>
                <c:pt idx="1221">
                  <c:v>0.39348370927318294</c:v>
                </c:pt>
                <c:pt idx="1222">
                  <c:v>0.39447236180904521</c:v>
                </c:pt>
                <c:pt idx="1223">
                  <c:v>0.39546599496221663</c:v>
                </c:pt>
                <c:pt idx="1224">
                  <c:v>0.39646464646464646</c:v>
                </c:pt>
                <c:pt idx="1225">
                  <c:v>0.39746835443037976</c:v>
                </c:pt>
                <c:pt idx="1226">
                  <c:v>0.39847715736040606</c:v>
                </c:pt>
                <c:pt idx="1227">
                  <c:v>0.39949109414758271</c:v>
                </c:pt>
                <c:pt idx="1228">
                  <c:v>0.40051020408163263</c:v>
                </c:pt>
                <c:pt idx="1229">
                  <c:v>0.40153452685421998</c:v>
                </c:pt>
                <c:pt idx="1230">
                  <c:v>0.40256410256410258</c:v>
                </c:pt>
                <c:pt idx="1231">
                  <c:v>0.40359897172236503</c:v>
                </c:pt>
                <c:pt idx="1232">
                  <c:v>0.40463917525773202</c:v>
                </c:pt>
                <c:pt idx="1233">
                  <c:v>0.40568475452196384</c:v>
                </c:pt>
                <c:pt idx="1234">
                  <c:v>0.40673575129533679</c:v>
                </c:pt>
                <c:pt idx="1235">
                  <c:v>0.40779220779220782</c:v>
                </c:pt>
                <c:pt idx="1236">
                  <c:v>0.40885416666666669</c:v>
                </c:pt>
                <c:pt idx="1237">
                  <c:v>0.40992167101827681</c:v>
                </c:pt>
                <c:pt idx="1238">
                  <c:v>0.41099476439790578</c:v>
                </c:pt>
                <c:pt idx="1239">
                  <c:v>0.4120734908136483</c:v>
                </c:pt>
                <c:pt idx="1240">
                  <c:v>0.41315789473684211</c:v>
                </c:pt>
                <c:pt idx="1241">
                  <c:v>0.41424802110817943</c:v>
                </c:pt>
                <c:pt idx="1242">
                  <c:v>0.41534391534391535</c:v>
                </c:pt>
                <c:pt idx="1243">
                  <c:v>0.41644562334217505</c:v>
                </c:pt>
                <c:pt idx="1244">
                  <c:v>0.41755319148936171</c:v>
                </c:pt>
                <c:pt idx="1245">
                  <c:v>0.41866666666666669</c:v>
                </c:pt>
                <c:pt idx="1246">
                  <c:v>0.4197860962566845</c:v>
                </c:pt>
                <c:pt idx="1247">
                  <c:v>0.42091152815013411</c:v>
                </c:pt>
                <c:pt idx="1248">
                  <c:v>0.42204301075268819</c:v>
                </c:pt>
                <c:pt idx="1249">
                  <c:v>0.42318059299191374</c:v>
                </c:pt>
                <c:pt idx="1250">
                  <c:v>0.42432432432432432</c:v>
                </c:pt>
                <c:pt idx="1251">
                  <c:v>0.42547425474254741</c:v>
                </c:pt>
                <c:pt idx="1252">
                  <c:v>0.4266304347826087</c:v>
                </c:pt>
                <c:pt idx="1253">
                  <c:v>0.42779291553133514</c:v>
                </c:pt>
                <c:pt idx="1254">
                  <c:v>0.42896174863387976</c:v>
                </c:pt>
                <c:pt idx="1255">
                  <c:v>0.43013698630136987</c:v>
                </c:pt>
                <c:pt idx="1256">
                  <c:v>0.43131868131868134</c:v>
                </c:pt>
                <c:pt idx="1257">
                  <c:v>0.43250688705234158</c:v>
                </c:pt>
                <c:pt idx="1258">
                  <c:v>0.43370165745856354</c:v>
                </c:pt>
                <c:pt idx="1259">
                  <c:v>0.4349030470914127</c:v>
                </c:pt>
                <c:pt idx="1260">
                  <c:v>0.43611111111111112</c:v>
                </c:pt>
                <c:pt idx="1261">
                  <c:v>0.43732590529247911</c:v>
                </c:pt>
                <c:pt idx="1262">
                  <c:v>0.43854748603351951</c:v>
                </c:pt>
                <c:pt idx="1263">
                  <c:v>0.43977591036414571</c:v>
                </c:pt>
                <c:pt idx="1264">
                  <c:v>0.4410112359550562</c:v>
                </c:pt>
                <c:pt idx="1265">
                  <c:v>0.44225352112676058</c:v>
                </c:pt>
                <c:pt idx="1266">
                  <c:v>0.44350282485875708</c:v>
                </c:pt>
                <c:pt idx="1267">
                  <c:v>0.44475920679886688</c:v>
                </c:pt>
                <c:pt idx="1268">
                  <c:v>0.44602272727272729</c:v>
                </c:pt>
                <c:pt idx="1269">
                  <c:v>0.44729344729344728</c:v>
                </c:pt>
                <c:pt idx="1270">
                  <c:v>0.44857142857142857</c:v>
                </c:pt>
                <c:pt idx="1271">
                  <c:v>0.44985673352435529</c:v>
                </c:pt>
                <c:pt idx="1272">
                  <c:v>0.4511494252873563</c:v>
                </c:pt>
                <c:pt idx="1273">
                  <c:v>0.45244956772334294</c:v>
                </c:pt>
                <c:pt idx="1274">
                  <c:v>0.45375722543352598</c:v>
                </c:pt>
                <c:pt idx="1275">
                  <c:v>0.45507246376811594</c:v>
                </c:pt>
                <c:pt idx="1276">
                  <c:v>0.45639534883720928</c:v>
                </c:pt>
                <c:pt idx="1277">
                  <c:v>0.45772594752186591</c:v>
                </c:pt>
                <c:pt idx="1278">
                  <c:v>0.45906432748538012</c:v>
                </c:pt>
                <c:pt idx="1279">
                  <c:v>0.46041055718475071</c:v>
                </c:pt>
                <c:pt idx="1280">
                  <c:v>0.46176470588235297</c:v>
                </c:pt>
                <c:pt idx="1281">
                  <c:v>0.46312684365781709</c:v>
                </c:pt>
                <c:pt idx="1282">
                  <c:v>0.46449704142011833</c:v>
                </c:pt>
                <c:pt idx="1283">
                  <c:v>0.46587537091988129</c:v>
                </c:pt>
                <c:pt idx="1284">
                  <c:v>0.46726190476190482</c:v>
                </c:pt>
                <c:pt idx="1285">
                  <c:v>0.46865671641791046</c:v>
                </c:pt>
                <c:pt idx="1286">
                  <c:v>0.47005988023952094</c:v>
                </c:pt>
                <c:pt idx="1287">
                  <c:v>0.47147147147147145</c:v>
                </c:pt>
                <c:pt idx="1288">
                  <c:v>0.47289156626506024</c:v>
                </c:pt>
                <c:pt idx="1289">
                  <c:v>0.47432024169184289</c:v>
                </c:pt>
                <c:pt idx="1290">
                  <c:v>0.47575757575757577</c:v>
                </c:pt>
                <c:pt idx="1291">
                  <c:v>0.47720364741641336</c:v>
                </c:pt>
                <c:pt idx="1292">
                  <c:v>0.47865853658536583</c:v>
                </c:pt>
                <c:pt idx="1293">
                  <c:v>0.4801223241590214</c:v>
                </c:pt>
                <c:pt idx="1294">
                  <c:v>0.48159509202453987</c:v>
                </c:pt>
                <c:pt idx="1295">
                  <c:v>0.48307692307692301</c:v>
                </c:pt>
                <c:pt idx="1296">
                  <c:v>0.48456790123456789</c:v>
                </c:pt>
                <c:pt idx="1297">
                  <c:v>0.48606811145510831</c:v>
                </c:pt>
                <c:pt idx="1298">
                  <c:v>0.48757763975155283</c:v>
                </c:pt>
                <c:pt idx="1299">
                  <c:v>0.48909657320872274</c:v>
                </c:pt>
                <c:pt idx="1300">
                  <c:v>0.49062499999999998</c:v>
                </c:pt>
                <c:pt idx="1301">
                  <c:v>0.49216300940438873</c:v>
                </c:pt>
                <c:pt idx="1302">
                  <c:v>0.49371069182389937</c:v>
                </c:pt>
                <c:pt idx="1303">
                  <c:v>0.4952681388012618</c:v>
                </c:pt>
                <c:pt idx="1304">
                  <c:v>0.49683544303797467</c:v>
                </c:pt>
                <c:pt idx="1305">
                  <c:v>0.49841269841269842</c:v>
                </c:pt>
                <c:pt idx="1306">
                  <c:v>0.5</c:v>
                </c:pt>
                <c:pt idx="1307">
                  <c:v>0.50159744408945683</c:v>
                </c:pt>
                <c:pt idx="1308">
                  <c:v>0.50320512820512819</c:v>
                </c:pt>
                <c:pt idx="1309">
                  <c:v>0.50482315112540188</c:v>
                </c:pt>
                <c:pt idx="1310">
                  <c:v>0.50645161290322582</c:v>
                </c:pt>
                <c:pt idx="1311">
                  <c:v>0.50809061488673135</c:v>
                </c:pt>
                <c:pt idx="1312">
                  <c:v>0.50974025974025972</c:v>
                </c:pt>
                <c:pt idx="1313">
                  <c:v>0.51140065146579805</c:v>
                </c:pt>
                <c:pt idx="1314">
                  <c:v>0.51307189542483655</c:v>
                </c:pt>
                <c:pt idx="1315">
                  <c:v>0.51475409836065578</c:v>
                </c:pt>
                <c:pt idx="1316">
                  <c:v>0.51644736842105265</c:v>
                </c:pt>
                <c:pt idx="1317">
                  <c:v>0.5181518151815182</c:v>
                </c:pt>
                <c:pt idx="1318">
                  <c:v>0.51986754966887416</c:v>
                </c:pt>
                <c:pt idx="1319">
                  <c:v>0.52159468438538203</c:v>
                </c:pt>
                <c:pt idx="1320">
                  <c:v>0.52333333333333332</c:v>
                </c:pt>
                <c:pt idx="1321">
                  <c:v>0.52508361204013376</c:v>
                </c:pt>
                <c:pt idx="1322">
                  <c:v>0.52684563758389258</c:v>
                </c:pt>
                <c:pt idx="1323">
                  <c:v>0.52861952861952866</c:v>
                </c:pt>
                <c:pt idx="1324">
                  <c:v>0.53040540540540537</c:v>
                </c:pt>
                <c:pt idx="1325">
                  <c:v>0.53220338983050852</c:v>
                </c:pt>
                <c:pt idx="1326">
                  <c:v>0.53401360544217691</c:v>
                </c:pt>
                <c:pt idx="1327">
                  <c:v>0.53583617747440271</c:v>
                </c:pt>
                <c:pt idx="1328">
                  <c:v>0.53767123287671237</c:v>
                </c:pt>
                <c:pt idx="1329">
                  <c:v>0.53951890034364258</c:v>
                </c:pt>
                <c:pt idx="1330">
                  <c:v>0.54137931034482756</c:v>
                </c:pt>
                <c:pt idx="1331">
                  <c:v>0.54325259515570934</c:v>
                </c:pt>
                <c:pt idx="1332">
                  <c:v>0.54513888888888884</c:v>
                </c:pt>
                <c:pt idx="1333">
                  <c:v>0.54703832752613235</c:v>
                </c:pt>
                <c:pt idx="1334">
                  <c:v>0.54895104895104896</c:v>
                </c:pt>
                <c:pt idx="1335">
                  <c:v>0.55087719298245619</c:v>
                </c:pt>
                <c:pt idx="1336">
                  <c:v>0.55281690140845074</c:v>
                </c:pt>
                <c:pt idx="1337">
                  <c:v>0.55477031802120136</c:v>
                </c:pt>
                <c:pt idx="1338">
                  <c:v>0.55673758865248224</c:v>
                </c:pt>
                <c:pt idx="1339">
                  <c:v>0.55871886120996439</c:v>
                </c:pt>
                <c:pt idx="1340">
                  <c:v>0.56071428571428572</c:v>
                </c:pt>
                <c:pt idx="1341">
                  <c:v>0.56272401433691754</c:v>
                </c:pt>
                <c:pt idx="1342">
                  <c:v>0.56474820143884896</c:v>
                </c:pt>
                <c:pt idx="1343">
                  <c:v>0.56678700361010825</c:v>
                </c:pt>
                <c:pt idx="1344">
                  <c:v>0.5688405797101449</c:v>
                </c:pt>
                <c:pt idx="1345">
                  <c:v>0.57090909090909092</c:v>
                </c:pt>
                <c:pt idx="1346">
                  <c:v>0.57299270072992703</c:v>
                </c:pt>
                <c:pt idx="1347">
                  <c:v>0.57509157509157505</c:v>
                </c:pt>
                <c:pt idx="1348">
                  <c:v>0.57720588235294112</c:v>
                </c:pt>
                <c:pt idx="1349">
                  <c:v>0.57933579335793361</c:v>
                </c:pt>
                <c:pt idx="1350">
                  <c:v>0.58148148148148149</c:v>
                </c:pt>
                <c:pt idx="1351">
                  <c:v>0.58364312267657992</c:v>
                </c:pt>
                <c:pt idx="1352">
                  <c:v>0.58582089552238803</c:v>
                </c:pt>
                <c:pt idx="1353">
                  <c:v>0.58801498127340823</c:v>
                </c:pt>
                <c:pt idx="1354">
                  <c:v>0.59022556390977443</c:v>
                </c:pt>
                <c:pt idx="1355">
                  <c:v>0.59245283018867922</c:v>
                </c:pt>
                <c:pt idx="1356">
                  <c:v>0.59469696969696972</c:v>
                </c:pt>
                <c:pt idx="1357">
                  <c:v>0.59695817490494296</c:v>
                </c:pt>
                <c:pt idx="1358">
                  <c:v>0.5992366412213741</c:v>
                </c:pt>
                <c:pt idx="1359">
                  <c:v>0.6015325670498084</c:v>
                </c:pt>
                <c:pt idx="1360">
                  <c:v>0.60384615384615381</c:v>
                </c:pt>
                <c:pt idx="1361">
                  <c:v>0.60617760617760619</c:v>
                </c:pt>
                <c:pt idx="1362">
                  <c:v>0.60852713178294571</c:v>
                </c:pt>
                <c:pt idx="1363">
                  <c:v>0.6108949416342413</c:v>
                </c:pt>
                <c:pt idx="1364">
                  <c:v>0.61328125</c:v>
                </c:pt>
                <c:pt idx="1365">
                  <c:v>0.61568627450980395</c:v>
                </c:pt>
                <c:pt idx="1366">
                  <c:v>0.61811023622047245</c:v>
                </c:pt>
                <c:pt idx="1367">
                  <c:v>0.62055335968379444</c:v>
                </c:pt>
                <c:pt idx="1368">
                  <c:v>0.62301587301587302</c:v>
                </c:pt>
                <c:pt idx="1369">
                  <c:v>0.62549800796812749</c:v>
                </c:pt>
                <c:pt idx="1370">
                  <c:v>0.628</c:v>
                </c:pt>
                <c:pt idx="1371">
                  <c:v>0.63052208835341361</c:v>
                </c:pt>
                <c:pt idx="1372">
                  <c:v>0.63306451612903225</c:v>
                </c:pt>
                <c:pt idx="1373">
                  <c:v>0.63562753036437247</c:v>
                </c:pt>
                <c:pt idx="1374">
                  <c:v>0.63821138211382111</c:v>
                </c:pt>
                <c:pt idx="1375">
                  <c:v>0.64081632653061227</c:v>
                </c:pt>
                <c:pt idx="1376">
                  <c:v>0.64344262295081966</c:v>
                </c:pt>
                <c:pt idx="1377">
                  <c:v>0.64609053497942381</c:v>
                </c:pt>
                <c:pt idx="1378">
                  <c:v>0.64876033057851235</c:v>
                </c:pt>
                <c:pt idx="1379">
                  <c:v>0.65145228215767637</c:v>
                </c:pt>
                <c:pt idx="1380">
                  <c:v>0.65416666666666667</c:v>
                </c:pt>
                <c:pt idx="1381">
                  <c:v>0.65690376569037656</c:v>
                </c:pt>
                <c:pt idx="1382">
                  <c:v>0.65966386554621848</c:v>
                </c:pt>
                <c:pt idx="1383">
                  <c:v>0.66244725738396626</c:v>
                </c:pt>
                <c:pt idx="1384">
                  <c:v>0.6652542372881356</c:v>
                </c:pt>
                <c:pt idx="1385">
                  <c:v>0.66808510638297869</c:v>
                </c:pt>
                <c:pt idx="1386">
                  <c:v>0.67094017094017089</c:v>
                </c:pt>
                <c:pt idx="1387">
                  <c:v>0.67381974248927035</c:v>
                </c:pt>
                <c:pt idx="1388">
                  <c:v>0.67672413793103448</c:v>
                </c:pt>
                <c:pt idx="1389">
                  <c:v>0.67965367965367962</c:v>
                </c:pt>
                <c:pt idx="1390">
                  <c:v>0.68260869565217386</c:v>
                </c:pt>
                <c:pt idx="1391">
                  <c:v>0.68558951965065507</c:v>
                </c:pt>
                <c:pt idx="1392">
                  <c:v>0.68859649122807021</c:v>
                </c:pt>
                <c:pt idx="1393">
                  <c:v>0.69162995594713661</c:v>
                </c:pt>
                <c:pt idx="1394">
                  <c:v>0.69469026548672563</c:v>
                </c:pt>
                <c:pt idx="1395">
                  <c:v>0.69777777777777783</c:v>
                </c:pt>
                <c:pt idx="1396">
                  <c:v>0.7008928571428571</c:v>
                </c:pt>
                <c:pt idx="1397">
                  <c:v>0.70403587443946192</c:v>
                </c:pt>
                <c:pt idx="1398">
                  <c:v>0.7072072072072072</c:v>
                </c:pt>
                <c:pt idx="1399">
                  <c:v>0.71040723981900455</c:v>
                </c:pt>
                <c:pt idx="1400">
                  <c:v>0.71363636363636362</c:v>
                </c:pt>
                <c:pt idx="1401">
                  <c:v>0.71689497716894979</c:v>
                </c:pt>
                <c:pt idx="1402">
                  <c:v>0.72018348623853212</c:v>
                </c:pt>
                <c:pt idx="1403">
                  <c:v>0.72350230414746541</c:v>
                </c:pt>
                <c:pt idx="1404">
                  <c:v>0.72685185185185186</c:v>
                </c:pt>
                <c:pt idx="1405">
                  <c:v>0.73023255813953492</c:v>
                </c:pt>
                <c:pt idx="1406">
                  <c:v>0.73364485981308414</c:v>
                </c:pt>
                <c:pt idx="1407">
                  <c:v>0.73708920187793425</c:v>
                </c:pt>
                <c:pt idx="1408">
                  <c:v>0.74056603773584906</c:v>
                </c:pt>
                <c:pt idx="1409">
                  <c:v>0.74407582938388628</c:v>
                </c:pt>
                <c:pt idx="1410">
                  <c:v>0.74761904761904763</c:v>
                </c:pt>
                <c:pt idx="1411">
                  <c:v>0.75119617224880386</c:v>
                </c:pt>
                <c:pt idx="1412">
                  <c:v>0.75480769230769229</c:v>
                </c:pt>
                <c:pt idx="1413">
                  <c:v>0.75845410628019327</c:v>
                </c:pt>
                <c:pt idx="1414">
                  <c:v>0.76213592233009708</c:v>
                </c:pt>
                <c:pt idx="1415">
                  <c:v>0.76585365853658538</c:v>
                </c:pt>
                <c:pt idx="1416">
                  <c:v>0.76960784313725494</c:v>
                </c:pt>
                <c:pt idx="1417">
                  <c:v>0.77339901477832518</c:v>
                </c:pt>
                <c:pt idx="1418">
                  <c:v>0.77722772277227725</c:v>
                </c:pt>
                <c:pt idx="1419">
                  <c:v>0.78109452736318408</c:v>
                </c:pt>
                <c:pt idx="1420">
                  <c:v>0.78500000000000003</c:v>
                </c:pt>
                <c:pt idx="1421">
                  <c:v>0.78894472361809043</c:v>
                </c:pt>
                <c:pt idx="1422">
                  <c:v>0.79292929292929293</c:v>
                </c:pt>
                <c:pt idx="1423">
                  <c:v>0.79695431472081213</c:v>
                </c:pt>
                <c:pt idx="1424">
                  <c:v>0.80102040816326525</c:v>
                </c:pt>
                <c:pt idx="1425">
                  <c:v>0.80512820512820515</c:v>
                </c:pt>
                <c:pt idx="1426">
                  <c:v>0.80927835051546393</c:v>
                </c:pt>
                <c:pt idx="1427">
                  <c:v>0.81347150259067358</c:v>
                </c:pt>
                <c:pt idx="1428">
                  <c:v>0.81770833333333337</c:v>
                </c:pt>
                <c:pt idx="1429">
                  <c:v>0.82198952879581155</c:v>
                </c:pt>
                <c:pt idx="1430">
                  <c:v>0.82631578947368423</c:v>
                </c:pt>
                <c:pt idx="1431">
                  <c:v>0.8306878306878307</c:v>
                </c:pt>
                <c:pt idx="1432">
                  <c:v>0.83510638297872342</c:v>
                </c:pt>
                <c:pt idx="1433">
                  <c:v>0.83957219251336901</c:v>
                </c:pt>
                <c:pt idx="1434">
                  <c:v>0.84408602150537637</c:v>
                </c:pt>
                <c:pt idx="1435">
                  <c:v>0.84864864864864864</c:v>
                </c:pt>
                <c:pt idx="1436">
                  <c:v>0.85326086956521741</c:v>
                </c:pt>
                <c:pt idx="1437">
                  <c:v>0.85792349726775952</c:v>
                </c:pt>
                <c:pt idx="1438">
                  <c:v>0.86263736263736268</c:v>
                </c:pt>
                <c:pt idx="1439">
                  <c:v>0.86740331491712708</c:v>
                </c:pt>
                <c:pt idx="1440">
                  <c:v>0.87222222222222223</c:v>
                </c:pt>
                <c:pt idx="1441">
                  <c:v>0.87709497206703912</c:v>
                </c:pt>
                <c:pt idx="1442">
                  <c:v>0.8820224719101124</c:v>
                </c:pt>
                <c:pt idx="1443">
                  <c:v>0.88700564971751417</c:v>
                </c:pt>
                <c:pt idx="1444">
                  <c:v>0.89204545454545459</c:v>
                </c:pt>
                <c:pt idx="1445">
                  <c:v>0.89714285714285713</c:v>
                </c:pt>
                <c:pt idx="1446">
                  <c:v>0.9022988505747126</c:v>
                </c:pt>
                <c:pt idx="1447">
                  <c:v>0.90751445086705196</c:v>
                </c:pt>
                <c:pt idx="1448">
                  <c:v>0.91279069767441856</c:v>
                </c:pt>
                <c:pt idx="1449">
                  <c:v>0.91812865497076024</c:v>
                </c:pt>
                <c:pt idx="1450">
                  <c:v>0.91764705882352937</c:v>
                </c:pt>
                <c:pt idx="1451">
                  <c:v>0.92307692307692324</c:v>
                </c:pt>
                <c:pt idx="1452">
                  <c:v>0.92261904761904756</c:v>
                </c:pt>
                <c:pt idx="1453">
                  <c:v>0.9281437125748504</c:v>
                </c:pt>
                <c:pt idx="1454">
                  <c:v>0.93373493975903599</c:v>
                </c:pt>
                <c:pt idx="1455">
                  <c:v>0.93939393939393945</c:v>
                </c:pt>
                <c:pt idx="1456">
                  <c:v>0.93902439024390238</c:v>
                </c:pt>
                <c:pt idx="1457">
                  <c:v>0.94478527607361962</c:v>
                </c:pt>
                <c:pt idx="1458">
                  <c:v>0.94444444444444442</c:v>
                </c:pt>
                <c:pt idx="1459">
                  <c:v>0.9503105590062112</c:v>
                </c:pt>
                <c:pt idx="1460">
                  <c:v>0.95</c:v>
                </c:pt>
                <c:pt idx="1461">
                  <c:v>0.94968553459119498</c:v>
                </c:pt>
                <c:pt idx="1462">
                  <c:v>0.95569620253164556</c:v>
                </c:pt>
                <c:pt idx="1463">
                  <c:v>0.95541401273885362</c:v>
                </c:pt>
                <c:pt idx="1464">
                  <c:v>0.96153846153846156</c:v>
                </c:pt>
                <c:pt idx="1465">
                  <c:v>0.96129032258064517</c:v>
                </c:pt>
                <c:pt idx="1466">
                  <c:v>0.96103896103896103</c:v>
                </c:pt>
                <c:pt idx="1467">
                  <c:v>0.96732026143790839</c:v>
                </c:pt>
                <c:pt idx="1468">
                  <c:v>0.97368421052631582</c:v>
                </c:pt>
                <c:pt idx="1469">
                  <c:v>0.97350993377483441</c:v>
                </c:pt>
                <c:pt idx="1470">
                  <c:v>0.97333333333333338</c:v>
                </c:pt>
                <c:pt idx="1471">
                  <c:v>0.97315436241610742</c:v>
                </c:pt>
                <c:pt idx="1472">
                  <c:v>0.97297297297297303</c:v>
                </c:pt>
                <c:pt idx="1473">
                  <c:v>0.97278911564625836</c:v>
                </c:pt>
                <c:pt idx="1474">
                  <c:v>0.9726027397260274</c:v>
                </c:pt>
                <c:pt idx="1475">
                  <c:v>0.97241379310344822</c:v>
                </c:pt>
                <c:pt idx="1476">
                  <c:v>0.97222222222222221</c:v>
                </c:pt>
                <c:pt idx="1477">
                  <c:v>0.97202797202797198</c:v>
                </c:pt>
                <c:pt idx="1478">
                  <c:v>0.971830985915493</c:v>
                </c:pt>
                <c:pt idx="1479">
                  <c:v>0.97163120567375882</c:v>
                </c:pt>
                <c:pt idx="1480">
                  <c:v>0.97142857142857142</c:v>
                </c:pt>
                <c:pt idx="1481">
                  <c:v>0.97122302158273377</c:v>
                </c:pt>
                <c:pt idx="1482">
                  <c:v>0.97101449275362317</c:v>
                </c:pt>
                <c:pt idx="1483">
                  <c:v>0.97810218978102204</c:v>
                </c:pt>
                <c:pt idx="1484">
                  <c:v>0.98529411764705876</c:v>
                </c:pt>
                <c:pt idx="1485">
                  <c:v>0.98518518518518516</c:v>
                </c:pt>
                <c:pt idx="1486">
                  <c:v>0.9850746268656716</c:v>
                </c:pt>
                <c:pt idx="1487">
                  <c:v>0.98496240601503759</c:v>
                </c:pt>
                <c:pt idx="1488">
                  <c:v>0.99242424242424243</c:v>
                </c:pt>
                <c:pt idx="1489">
                  <c:v>0.99236641221374045</c:v>
                </c:pt>
                <c:pt idx="1490">
                  <c:v>0.99230769230769245</c:v>
                </c:pt>
                <c:pt idx="1491">
                  <c:v>0.99224806201550397</c:v>
                </c:pt>
                <c:pt idx="1492">
                  <c:v>0.9921875</c:v>
                </c:pt>
                <c:pt idx="1493">
                  <c:v>0.99212598425196841</c:v>
                </c:pt>
                <c:pt idx="1494">
                  <c:v>0.99206349206349198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C7A-4A11-9C69-789D967AB532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Data!$C$2:$C$1621</c:f>
              <c:numCache>
                <c:formatCode>General</c:formatCode>
                <c:ptCount val="16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0.99393939393939401</c:v>
                </c:pt>
                <c:pt idx="559">
                  <c:v>0.99393939393939401</c:v>
                </c:pt>
                <c:pt idx="560">
                  <c:v>0.99393939393939401</c:v>
                </c:pt>
                <c:pt idx="561">
                  <c:v>0.99393939393939401</c:v>
                </c:pt>
                <c:pt idx="562">
                  <c:v>0.99393939393939401</c:v>
                </c:pt>
                <c:pt idx="563">
                  <c:v>0.99393939393939401</c:v>
                </c:pt>
                <c:pt idx="564">
                  <c:v>0.99393939393939401</c:v>
                </c:pt>
                <c:pt idx="565">
                  <c:v>0.99393939393939401</c:v>
                </c:pt>
                <c:pt idx="566">
                  <c:v>0.99393939393939401</c:v>
                </c:pt>
                <c:pt idx="567">
                  <c:v>0.99393939393939401</c:v>
                </c:pt>
                <c:pt idx="568">
                  <c:v>0.99393939393939401</c:v>
                </c:pt>
                <c:pt idx="569">
                  <c:v>0.99393939393939401</c:v>
                </c:pt>
                <c:pt idx="570">
                  <c:v>0.99393939393939401</c:v>
                </c:pt>
                <c:pt idx="571">
                  <c:v>0.99393939393939401</c:v>
                </c:pt>
                <c:pt idx="572">
                  <c:v>0.99393939393939401</c:v>
                </c:pt>
                <c:pt idx="573">
                  <c:v>0.99393939393939401</c:v>
                </c:pt>
                <c:pt idx="574">
                  <c:v>0.99393939393939401</c:v>
                </c:pt>
                <c:pt idx="575">
                  <c:v>0.99393939393939401</c:v>
                </c:pt>
                <c:pt idx="576">
                  <c:v>0.99393939393939401</c:v>
                </c:pt>
                <c:pt idx="577">
                  <c:v>0.99393939393939401</c:v>
                </c:pt>
                <c:pt idx="578">
                  <c:v>0.99393939393939401</c:v>
                </c:pt>
                <c:pt idx="579">
                  <c:v>0.99393939393939401</c:v>
                </c:pt>
                <c:pt idx="580">
                  <c:v>0.99393939393939401</c:v>
                </c:pt>
                <c:pt idx="581">
                  <c:v>0.99393939393939401</c:v>
                </c:pt>
                <c:pt idx="582">
                  <c:v>0.99393939393939401</c:v>
                </c:pt>
                <c:pt idx="583">
                  <c:v>0.99393939393939401</c:v>
                </c:pt>
                <c:pt idx="584">
                  <c:v>0.99393939393939401</c:v>
                </c:pt>
                <c:pt idx="585">
                  <c:v>0.99393939393939401</c:v>
                </c:pt>
                <c:pt idx="586">
                  <c:v>0.99393939393939401</c:v>
                </c:pt>
                <c:pt idx="587">
                  <c:v>0.99393939393939401</c:v>
                </c:pt>
                <c:pt idx="588">
                  <c:v>0.99393939393939401</c:v>
                </c:pt>
                <c:pt idx="589">
                  <c:v>0.99393939393939401</c:v>
                </c:pt>
                <c:pt idx="590">
                  <c:v>0.99393939393939401</c:v>
                </c:pt>
                <c:pt idx="591">
                  <c:v>0.99393939393939401</c:v>
                </c:pt>
                <c:pt idx="592">
                  <c:v>0.99393939393939401</c:v>
                </c:pt>
                <c:pt idx="593">
                  <c:v>0.99393939393939401</c:v>
                </c:pt>
                <c:pt idx="594">
                  <c:v>0.99393939393939401</c:v>
                </c:pt>
                <c:pt idx="595">
                  <c:v>0.99393939393939401</c:v>
                </c:pt>
                <c:pt idx="596">
                  <c:v>0.99393939393939401</c:v>
                </c:pt>
                <c:pt idx="597">
                  <c:v>0.99393939393939401</c:v>
                </c:pt>
                <c:pt idx="598">
                  <c:v>0.99393939393939401</c:v>
                </c:pt>
                <c:pt idx="599">
                  <c:v>0.99393939393939401</c:v>
                </c:pt>
                <c:pt idx="600">
                  <c:v>0.99393939393939401</c:v>
                </c:pt>
                <c:pt idx="601">
                  <c:v>0.99393939393939401</c:v>
                </c:pt>
                <c:pt idx="602">
                  <c:v>0.99393939393939401</c:v>
                </c:pt>
                <c:pt idx="603">
                  <c:v>0.99393939393939401</c:v>
                </c:pt>
                <c:pt idx="604">
                  <c:v>0.99393939393939401</c:v>
                </c:pt>
                <c:pt idx="605">
                  <c:v>0.99393939393939401</c:v>
                </c:pt>
                <c:pt idx="606">
                  <c:v>0.99393939393939401</c:v>
                </c:pt>
                <c:pt idx="607">
                  <c:v>0.99393939393939401</c:v>
                </c:pt>
                <c:pt idx="608">
                  <c:v>0.99393939393939401</c:v>
                </c:pt>
                <c:pt idx="609">
                  <c:v>0.99393939393939401</c:v>
                </c:pt>
                <c:pt idx="610">
                  <c:v>0.99393939393939401</c:v>
                </c:pt>
                <c:pt idx="611">
                  <c:v>0.99393939393939401</c:v>
                </c:pt>
                <c:pt idx="612">
                  <c:v>0.99393939393939401</c:v>
                </c:pt>
                <c:pt idx="613">
                  <c:v>0.99393939393939401</c:v>
                </c:pt>
                <c:pt idx="614">
                  <c:v>0.99393939393939401</c:v>
                </c:pt>
                <c:pt idx="615">
                  <c:v>0.99393939393939401</c:v>
                </c:pt>
                <c:pt idx="616">
                  <c:v>0.99393939393939401</c:v>
                </c:pt>
                <c:pt idx="617">
                  <c:v>0.99393939393939401</c:v>
                </c:pt>
                <c:pt idx="618">
                  <c:v>0.99393939393939401</c:v>
                </c:pt>
                <c:pt idx="619">
                  <c:v>0.99393939393939401</c:v>
                </c:pt>
                <c:pt idx="620">
                  <c:v>0.99393939393939401</c:v>
                </c:pt>
                <c:pt idx="621">
                  <c:v>0.99393939393939401</c:v>
                </c:pt>
                <c:pt idx="622">
                  <c:v>0.99393939393939401</c:v>
                </c:pt>
                <c:pt idx="623">
                  <c:v>0.99393939393939401</c:v>
                </c:pt>
                <c:pt idx="624">
                  <c:v>0.99393939393939401</c:v>
                </c:pt>
                <c:pt idx="625">
                  <c:v>0.99393939393939401</c:v>
                </c:pt>
                <c:pt idx="626">
                  <c:v>0.99393939393939401</c:v>
                </c:pt>
                <c:pt idx="627">
                  <c:v>0.99393939393939401</c:v>
                </c:pt>
                <c:pt idx="628">
                  <c:v>0.99393939393939401</c:v>
                </c:pt>
                <c:pt idx="629">
                  <c:v>0.99393939393939401</c:v>
                </c:pt>
                <c:pt idx="630">
                  <c:v>0.99393939393939401</c:v>
                </c:pt>
                <c:pt idx="631">
                  <c:v>0.99393939393939401</c:v>
                </c:pt>
                <c:pt idx="632">
                  <c:v>0.99393939393939401</c:v>
                </c:pt>
                <c:pt idx="633">
                  <c:v>0.99393939393939401</c:v>
                </c:pt>
                <c:pt idx="634">
                  <c:v>0.99393939393939401</c:v>
                </c:pt>
                <c:pt idx="635">
                  <c:v>0.99393939393939401</c:v>
                </c:pt>
                <c:pt idx="636">
                  <c:v>0.99393939393939401</c:v>
                </c:pt>
                <c:pt idx="637">
                  <c:v>0.99393939393939401</c:v>
                </c:pt>
                <c:pt idx="638">
                  <c:v>0.99393939393939401</c:v>
                </c:pt>
                <c:pt idx="639">
                  <c:v>0.99393939393939401</c:v>
                </c:pt>
                <c:pt idx="640">
                  <c:v>0.99393939393939401</c:v>
                </c:pt>
                <c:pt idx="641">
                  <c:v>0.99393939393939401</c:v>
                </c:pt>
                <c:pt idx="642">
                  <c:v>0.99393939393939401</c:v>
                </c:pt>
                <c:pt idx="643">
                  <c:v>0.99393939393939401</c:v>
                </c:pt>
                <c:pt idx="644">
                  <c:v>0.99393939393939401</c:v>
                </c:pt>
                <c:pt idx="645">
                  <c:v>0.99393939393939401</c:v>
                </c:pt>
                <c:pt idx="646">
                  <c:v>0.99393939393939401</c:v>
                </c:pt>
                <c:pt idx="647">
                  <c:v>0.99393939393939401</c:v>
                </c:pt>
                <c:pt idx="648">
                  <c:v>0.99393939393939401</c:v>
                </c:pt>
                <c:pt idx="649">
                  <c:v>0.99393939393939401</c:v>
                </c:pt>
                <c:pt idx="650">
                  <c:v>0.99393939393939401</c:v>
                </c:pt>
                <c:pt idx="651">
                  <c:v>0.99393939393939401</c:v>
                </c:pt>
                <c:pt idx="652">
                  <c:v>0.99393939393939401</c:v>
                </c:pt>
                <c:pt idx="653">
                  <c:v>0.99393939393939401</c:v>
                </c:pt>
                <c:pt idx="654">
                  <c:v>0.99393939393939401</c:v>
                </c:pt>
                <c:pt idx="655">
                  <c:v>0.99393939393939401</c:v>
                </c:pt>
                <c:pt idx="656">
                  <c:v>0.99393939393939401</c:v>
                </c:pt>
                <c:pt idx="657">
                  <c:v>0.99393939393939401</c:v>
                </c:pt>
                <c:pt idx="658">
                  <c:v>0.99393939393939401</c:v>
                </c:pt>
                <c:pt idx="659">
                  <c:v>0.99393939393939401</c:v>
                </c:pt>
                <c:pt idx="660">
                  <c:v>0.99393939393939401</c:v>
                </c:pt>
                <c:pt idx="661">
                  <c:v>0.99393939393939401</c:v>
                </c:pt>
                <c:pt idx="662">
                  <c:v>0.99393939393939401</c:v>
                </c:pt>
                <c:pt idx="663">
                  <c:v>0.99393939393939401</c:v>
                </c:pt>
                <c:pt idx="664">
                  <c:v>0.99393939393939401</c:v>
                </c:pt>
                <c:pt idx="665">
                  <c:v>0.99393939393939401</c:v>
                </c:pt>
                <c:pt idx="666">
                  <c:v>0.99393939393939401</c:v>
                </c:pt>
                <c:pt idx="667">
                  <c:v>0.99393939393939401</c:v>
                </c:pt>
                <c:pt idx="668">
                  <c:v>0.99393939393939401</c:v>
                </c:pt>
                <c:pt idx="669">
                  <c:v>0.99393939393939401</c:v>
                </c:pt>
                <c:pt idx="670">
                  <c:v>0.99393939393939401</c:v>
                </c:pt>
                <c:pt idx="671">
                  <c:v>0.99393939393939401</c:v>
                </c:pt>
                <c:pt idx="672">
                  <c:v>0.99393939393939401</c:v>
                </c:pt>
                <c:pt idx="673">
                  <c:v>0.99393939393939401</c:v>
                </c:pt>
                <c:pt idx="674">
                  <c:v>0.99393939393939401</c:v>
                </c:pt>
                <c:pt idx="675">
                  <c:v>0.99393939393939401</c:v>
                </c:pt>
                <c:pt idx="676">
                  <c:v>0.99393939393939401</c:v>
                </c:pt>
                <c:pt idx="677">
                  <c:v>0.99393939393939401</c:v>
                </c:pt>
                <c:pt idx="678">
                  <c:v>0.99393939393939401</c:v>
                </c:pt>
                <c:pt idx="679">
                  <c:v>0.99393939393939401</c:v>
                </c:pt>
                <c:pt idx="680">
                  <c:v>0.99393939393939401</c:v>
                </c:pt>
                <c:pt idx="681">
                  <c:v>0.99393939393939401</c:v>
                </c:pt>
                <c:pt idx="682">
                  <c:v>0.99393939393939401</c:v>
                </c:pt>
                <c:pt idx="683">
                  <c:v>0.99393939393939401</c:v>
                </c:pt>
                <c:pt idx="684">
                  <c:v>0.99393939393939401</c:v>
                </c:pt>
                <c:pt idx="685">
                  <c:v>0.99393939393939401</c:v>
                </c:pt>
                <c:pt idx="686">
                  <c:v>0.99393939393939401</c:v>
                </c:pt>
                <c:pt idx="687">
                  <c:v>0.99393939393939401</c:v>
                </c:pt>
                <c:pt idx="688">
                  <c:v>0.99393939393939401</c:v>
                </c:pt>
                <c:pt idx="689">
                  <c:v>0.99393939393939401</c:v>
                </c:pt>
                <c:pt idx="690">
                  <c:v>0.99393939393939401</c:v>
                </c:pt>
                <c:pt idx="691">
                  <c:v>0.99393939393939401</c:v>
                </c:pt>
                <c:pt idx="692">
                  <c:v>0.99393939393939401</c:v>
                </c:pt>
                <c:pt idx="693">
                  <c:v>0.99393939393939401</c:v>
                </c:pt>
                <c:pt idx="694">
                  <c:v>0.99393939393939401</c:v>
                </c:pt>
                <c:pt idx="695">
                  <c:v>0.99393939393939401</c:v>
                </c:pt>
                <c:pt idx="696">
                  <c:v>0.99393939393939401</c:v>
                </c:pt>
                <c:pt idx="697">
                  <c:v>0.99393939393939401</c:v>
                </c:pt>
                <c:pt idx="698">
                  <c:v>0.99393939393939401</c:v>
                </c:pt>
                <c:pt idx="699">
                  <c:v>0.99393939393939401</c:v>
                </c:pt>
                <c:pt idx="700">
                  <c:v>0.99393939393939401</c:v>
                </c:pt>
                <c:pt idx="701">
                  <c:v>0.99393939393939401</c:v>
                </c:pt>
                <c:pt idx="702">
                  <c:v>0.99393939393939401</c:v>
                </c:pt>
                <c:pt idx="703">
                  <c:v>0.99393939393939401</c:v>
                </c:pt>
                <c:pt idx="704">
                  <c:v>0.99393939393939401</c:v>
                </c:pt>
                <c:pt idx="705">
                  <c:v>0.99393939393939401</c:v>
                </c:pt>
                <c:pt idx="706">
                  <c:v>0.99393939393939401</c:v>
                </c:pt>
                <c:pt idx="707">
                  <c:v>0.99393939393939401</c:v>
                </c:pt>
                <c:pt idx="708">
                  <c:v>0.99393939393939401</c:v>
                </c:pt>
                <c:pt idx="709">
                  <c:v>0.99393939393939401</c:v>
                </c:pt>
                <c:pt idx="710">
                  <c:v>0.99393939393939401</c:v>
                </c:pt>
                <c:pt idx="711">
                  <c:v>0.99393939393939401</c:v>
                </c:pt>
                <c:pt idx="712">
                  <c:v>0.99393939393939401</c:v>
                </c:pt>
                <c:pt idx="713">
                  <c:v>0.99393939393939401</c:v>
                </c:pt>
                <c:pt idx="714">
                  <c:v>0.99393939393939401</c:v>
                </c:pt>
                <c:pt idx="715">
                  <c:v>0.99393939393939401</c:v>
                </c:pt>
                <c:pt idx="716">
                  <c:v>0.99393939393939401</c:v>
                </c:pt>
                <c:pt idx="717">
                  <c:v>0.99393939393939401</c:v>
                </c:pt>
                <c:pt idx="718">
                  <c:v>0.99393939393939401</c:v>
                </c:pt>
                <c:pt idx="719">
                  <c:v>0.99393939393939401</c:v>
                </c:pt>
                <c:pt idx="720">
                  <c:v>0.99393939393939401</c:v>
                </c:pt>
                <c:pt idx="721">
                  <c:v>0.99393939393939401</c:v>
                </c:pt>
                <c:pt idx="722">
                  <c:v>0.99393939393939401</c:v>
                </c:pt>
                <c:pt idx="723">
                  <c:v>0.99393939393939401</c:v>
                </c:pt>
                <c:pt idx="724">
                  <c:v>0.99393939393939401</c:v>
                </c:pt>
                <c:pt idx="725">
                  <c:v>0.99393939393939401</c:v>
                </c:pt>
                <c:pt idx="726">
                  <c:v>0.99393939393939401</c:v>
                </c:pt>
                <c:pt idx="727">
                  <c:v>0.99393939393939401</c:v>
                </c:pt>
                <c:pt idx="728">
                  <c:v>0.99393939393939401</c:v>
                </c:pt>
                <c:pt idx="729">
                  <c:v>0.99393939393939401</c:v>
                </c:pt>
                <c:pt idx="730">
                  <c:v>0.99393939393939401</c:v>
                </c:pt>
                <c:pt idx="731">
                  <c:v>0.99393939393939401</c:v>
                </c:pt>
                <c:pt idx="732">
                  <c:v>0.99393939393939401</c:v>
                </c:pt>
                <c:pt idx="733">
                  <c:v>0.99393939393939401</c:v>
                </c:pt>
                <c:pt idx="734">
                  <c:v>0.99393939393939401</c:v>
                </c:pt>
                <c:pt idx="735">
                  <c:v>0.99393939393939401</c:v>
                </c:pt>
                <c:pt idx="736">
                  <c:v>0.99393939393939401</c:v>
                </c:pt>
                <c:pt idx="737">
                  <c:v>0.99393939393939401</c:v>
                </c:pt>
                <c:pt idx="738">
                  <c:v>0.99393939393939401</c:v>
                </c:pt>
                <c:pt idx="739">
                  <c:v>0.99393939393939401</c:v>
                </c:pt>
                <c:pt idx="740">
                  <c:v>0.99393939393939401</c:v>
                </c:pt>
                <c:pt idx="741">
                  <c:v>0.99393939393939401</c:v>
                </c:pt>
                <c:pt idx="742">
                  <c:v>0.99393939393939401</c:v>
                </c:pt>
                <c:pt idx="743">
                  <c:v>0.99393939393939401</c:v>
                </c:pt>
                <c:pt idx="744">
                  <c:v>0.99393939393939401</c:v>
                </c:pt>
                <c:pt idx="745">
                  <c:v>0.99393939393939401</c:v>
                </c:pt>
                <c:pt idx="746">
                  <c:v>0.99393939393939401</c:v>
                </c:pt>
                <c:pt idx="747">
                  <c:v>0.99393939393939401</c:v>
                </c:pt>
                <c:pt idx="748">
                  <c:v>0.99393939393939401</c:v>
                </c:pt>
                <c:pt idx="749">
                  <c:v>0.99393939393939401</c:v>
                </c:pt>
                <c:pt idx="750">
                  <c:v>0.99393939393939401</c:v>
                </c:pt>
                <c:pt idx="751">
                  <c:v>0.99393939393939401</c:v>
                </c:pt>
                <c:pt idx="752">
                  <c:v>0.99393939393939401</c:v>
                </c:pt>
                <c:pt idx="753">
                  <c:v>0.99393939393939401</c:v>
                </c:pt>
                <c:pt idx="754">
                  <c:v>0.99393939393939401</c:v>
                </c:pt>
                <c:pt idx="755">
                  <c:v>0.99393939393939401</c:v>
                </c:pt>
                <c:pt idx="756">
                  <c:v>0.99393939393939401</c:v>
                </c:pt>
                <c:pt idx="757">
                  <c:v>0.99393939393939401</c:v>
                </c:pt>
                <c:pt idx="758">
                  <c:v>0.99393939393939401</c:v>
                </c:pt>
                <c:pt idx="759">
                  <c:v>0.99393939393939401</c:v>
                </c:pt>
                <c:pt idx="760">
                  <c:v>0.99393939393939401</c:v>
                </c:pt>
                <c:pt idx="761">
                  <c:v>0.99393939393939401</c:v>
                </c:pt>
                <c:pt idx="762">
                  <c:v>0.99393939393939401</c:v>
                </c:pt>
                <c:pt idx="763">
                  <c:v>0.99393939393939401</c:v>
                </c:pt>
                <c:pt idx="764">
                  <c:v>0.99393939393939401</c:v>
                </c:pt>
                <c:pt idx="765">
                  <c:v>0.99393939393939401</c:v>
                </c:pt>
                <c:pt idx="766">
                  <c:v>0.99393939393939401</c:v>
                </c:pt>
                <c:pt idx="767">
                  <c:v>0.99393939393939401</c:v>
                </c:pt>
                <c:pt idx="768">
                  <c:v>0.99393939393939401</c:v>
                </c:pt>
                <c:pt idx="769">
                  <c:v>0.99393939393939401</c:v>
                </c:pt>
                <c:pt idx="770">
                  <c:v>0.99393939393939401</c:v>
                </c:pt>
                <c:pt idx="771">
                  <c:v>0.99393939393939401</c:v>
                </c:pt>
                <c:pt idx="772">
                  <c:v>0.99393939393939401</c:v>
                </c:pt>
                <c:pt idx="773">
                  <c:v>0.99393939393939401</c:v>
                </c:pt>
                <c:pt idx="774">
                  <c:v>0.99393939393939401</c:v>
                </c:pt>
                <c:pt idx="775">
                  <c:v>0.99393939393939401</c:v>
                </c:pt>
                <c:pt idx="776">
                  <c:v>0.99393939393939401</c:v>
                </c:pt>
                <c:pt idx="777">
                  <c:v>0.99393939393939401</c:v>
                </c:pt>
                <c:pt idx="778">
                  <c:v>0.99393939393939401</c:v>
                </c:pt>
                <c:pt idx="779">
                  <c:v>0.99393939393939401</c:v>
                </c:pt>
                <c:pt idx="780">
                  <c:v>0.99393939393939401</c:v>
                </c:pt>
                <c:pt idx="781">
                  <c:v>0.99393939393939401</c:v>
                </c:pt>
                <c:pt idx="782">
                  <c:v>0.99393939393939401</c:v>
                </c:pt>
                <c:pt idx="783">
                  <c:v>0.99393939393939401</c:v>
                </c:pt>
                <c:pt idx="784">
                  <c:v>0.99393939393939401</c:v>
                </c:pt>
                <c:pt idx="785">
                  <c:v>0.99393939393939401</c:v>
                </c:pt>
                <c:pt idx="786">
                  <c:v>0.99393939393939401</c:v>
                </c:pt>
                <c:pt idx="787">
                  <c:v>0.99393939393939401</c:v>
                </c:pt>
                <c:pt idx="788">
                  <c:v>0.99393939393939401</c:v>
                </c:pt>
                <c:pt idx="789">
                  <c:v>0.99393939393939401</c:v>
                </c:pt>
                <c:pt idx="790">
                  <c:v>0.99393939393939401</c:v>
                </c:pt>
                <c:pt idx="791">
                  <c:v>0.99393939393939401</c:v>
                </c:pt>
                <c:pt idx="792">
                  <c:v>0.99393939393939401</c:v>
                </c:pt>
                <c:pt idx="793">
                  <c:v>0.99393939393939401</c:v>
                </c:pt>
                <c:pt idx="794">
                  <c:v>0.99393939393939401</c:v>
                </c:pt>
                <c:pt idx="795">
                  <c:v>0.99393939393939401</c:v>
                </c:pt>
                <c:pt idx="796">
                  <c:v>0.99393939393939401</c:v>
                </c:pt>
                <c:pt idx="797">
                  <c:v>0.99393939393939401</c:v>
                </c:pt>
                <c:pt idx="798">
                  <c:v>0.99393939393939401</c:v>
                </c:pt>
                <c:pt idx="799">
                  <c:v>0.99393939393939401</c:v>
                </c:pt>
                <c:pt idx="800">
                  <c:v>0.99393939393939401</c:v>
                </c:pt>
                <c:pt idx="801">
                  <c:v>0.99393939393939401</c:v>
                </c:pt>
                <c:pt idx="802">
                  <c:v>0.99393939393939401</c:v>
                </c:pt>
                <c:pt idx="803">
                  <c:v>0.99393939393939401</c:v>
                </c:pt>
                <c:pt idx="804">
                  <c:v>0.99393939393939401</c:v>
                </c:pt>
                <c:pt idx="805">
                  <c:v>0.99393939393939401</c:v>
                </c:pt>
                <c:pt idx="806">
                  <c:v>0.99393939393939401</c:v>
                </c:pt>
                <c:pt idx="807">
                  <c:v>0.99393939393939401</c:v>
                </c:pt>
                <c:pt idx="808">
                  <c:v>0.99393939393939401</c:v>
                </c:pt>
                <c:pt idx="809">
                  <c:v>0.99393939393939401</c:v>
                </c:pt>
                <c:pt idx="810">
                  <c:v>0.99393939393939401</c:v>
                </c:pt>
                <c:pt idx="811">
                  <c:v>0.99393939393939401</c:v>
                </c:pt>
                <c:pt idx="812">
                  <c:v>0.99393939393939401</c:v>
                </c:pt>
                <c:pt idx="813">
                  <c:v>0.99393939393939401</c:v>
                </c:pt>
                <c:pt idx="814">
                  <c:v>0.99393939393939401</c:v>
                </c:pt>
                <c:pt idx="815">
                  <c:v>0.99393939393939401</c:v>
                </c:pt>
                <c:pt idx="816">
                  <c:v>0.99393939393939401</c:v>
                </c:pt>
                <c:pt idx="817">
                  <c:v>0.99393939393939401</c:v>
                </c:pt>
                <c:pt idx="818">
                  <c:v>0.99393939393939401</c:v>
                </c:pt>
                <c:pt idx="819">
                  <c:v>0.99393939393939401</c:v>
                </c:pt>
                <c:pt idx="820">
                  <c:v>0.99393939393939401</c:v>
                </c:pt>
                <c:pt idx="821">
                  <c:v>0.99393939393939401</c:v>
                </c:pt>
                <c:pt idx="822">
                  <c:v>0.99393939393939401</c:v>
                </c:pt>
                <c:pt idx="823">
                  <c:v>0.99393939393939401</c:v>
                </c:pt>
                <c:pt idx="824">
                  <c:v>0.99393939393939401</c:v>
                </c:pt>
                <c:pt idx="825">
                  <c:v>0.99393939393939401</c:v>
                </c:pt>
                <c:pt idx="826">
                  <c:v>0.99393939393939401</c:v>
                </c:pt>
                <c:pt idx="827">
                  <c:v>0.99393939393939401</c:v>
                </c:pt>
                <c:pt idx="828">
                  <c:v>0.99393939393939401</c:v>
                </c:pt>
                <c:pt idx="829">
                  <c:v>0.99393939393939401</c:v>
                </c:pt>
                <c:pt idx="830">
                  <c:v>0.99393939393939401</c:v>
                </c:pt>
                <c:pt idx="831">
                  <c:v>0.99393939393939401</c:v>
                </c:pt>
                <c:pt idx="832">
                  <c:v>0.99393939393939401</c:v>
                </c:pt>
                <c:pt idx="833">
                  <c:v>0.99393939393939401</c:v>
                </c:pt>
                <c:pt idx="834">
                  <c:v>0.99393939393939401</c:v>
                </c:pt>
                <c:pt idx="835">
                  <c:v>0.99393939393939401</c:v>
                </c:pt>
                <c:pt idx="836">
                  <c:v>0.99393939393939401</c:v>
                </c:pt>
                <c:pt idx="837">
                  <c:v>0.99393939393939401</c:v>
                </c:pt>
                <c:pt idx="838">
                  <c:v>0.99393939393939401</c:v>
                </c:pt>
                <c:pt idx="839">
                  <c:v>0.99393939393939401</c:v>
                </c:pt>
                <c:pt idx="840">
                  <c:v>0.99393939393939401</c:v>
                </c:pt>
                <c:pt idx="841">
                  <c:v>0.99393939393939401</c:v>
                </c:pt>
                <c:pt idx="842">
                  <c:v>0.99393939393939401</c:v>
                </c:pt>
                <c:pt idx="843">
                  <c:v>0.99393939393939401</c:v>
                </c:pt>
                <c:pt idx="844">
                  <c:v>0.99393939393939401</c:v>
                </c:pt>
                <c:pt idx="845">
                  <c:v>0.99393939393939401</c:v>
                </c:pt>
                <c:pt idx="846">
                  <c:v>0.99393939393939401</c:v>
                </c:pt>
                <c:pt idx="847">
                  <c:v>0.99393939393939401</c:v>
                </c:pt>
                <c:pt idx="848">
                  <c:v>0.99393939393939401</c:v>
                </c:pt>
                <c:pt idx="849">
                  <c:v>0.99393939393939401</c:v>
                </c:pt>
                <c:pt idx="850">
                  <c:v>0.99393939393939401</c:v>
                </c:pt>
                <c:pt idx="851">
                  <c:v>0.99393939393939401</c:v>
                </c:pt>
                <c:pt idx="852">
                  <c:v>0.99393939393939401</c:v>
                </c:pt>
                <c:pt idx="853">
                  <c:v>0.99393939393939401</c:v>
                </c:pt>
                <c:pt idx="854">
                  <c:v>0.99393939393939401</c:v>
                </c:pt>
                <c:pt idx="855">
                  <c:v>0.99393939393939401</c:v>
                </c:pt>
                <c:pt idx="856">
                  <c:v>0.99393939393939401</c:v>
                </c:pt>
                <c:pt idx="857">
                  <c:v>0.99393939393939401</c:v>
                </c:pt>
                <c:pt idx="858">
                  <c:v>0.99393939393939401</c:v>
                </c:pt>
                <c:pt idx="859">
                  <c:v>0.99393939393939401</c:v>
                </c:pt>
                <c:pt idx="860">
                  <c:v>0.99393939393939401</c:v>
                </c:pt>
                <c:pt idx="861">
                  <c:v>0.99393939393939401</c:v>
                </c:pt>
                <c:pt idx="862">
                  <c:v>0.99393939393939401</c:v>
                </c:pt>
                <c:pt idx="863">
                  <c:v>0.99393939393939401</c:v>
                </c:pt>
                <c:pt idx="864">
                  <c:v>0.99393939393939401</c:v>
                </c:pt>
                <c:pt idx="865">
                  <c:v>0.99393939393939401</c:v>
                </c:pt>
                <c:pt idx="866">
                  <c:v>0.99393939393939401</c:v>
                </c:pt>
                <c:pt idx="867">
                  <c:v>0.99393939393939401</c:v>
                </c:pt>
                <c:pt idx="868">
                  <c:v>0.99393939393939401</c:v>
                </c:pt>
                <c:pt idx="869">
                  <c:v>0.99393939393939401</c:v>
                </c:pt>
                <c:pt idx="870">
                  <c:v>0.99393939393939401</c:v>
                </c:pt>
                <c:pt idx="871">
                  <c:v>0.99393939393939401</c:v>
                </c:pt>
                <c:pt idx="872">
                  <c:v>0.99393939393939401</c:v>
                </c:pt>
                <c:pt idx="873">
                  <c:v>0.99393939393939401</c:v>
                </c:pt>
                <c:pt idx="874">
                  <c:v>0.99393939393939401</c:v>
                </c:pt>
                <c:pt idx="875">
                  <c:v>0.99393939393939401</c:v>
                </c:pt>
                <c:pt idx="876">
                  <c:v>0.99393939393939401</c:v>
                </c:pt>
                <c:pt idx="877">
                  <c:v>0.99393939393939401</c:v>
                </c:pt>
                <c:pt idx="878">
                  <c:v>0.99393939393939401</c:v>
                </c:pt>
                <c:pt idx="879">
                  <c:v>0.99393939393939401</c:v>
                </c:pt>
                <c:pt idx="880">
                  <c:v>0.99393939393939401</c:v>
                </c:pt>
                <c:pt idx="881">
                  <c:v>0.99393939393939401</c:v>
                </c:pt>
                <c:pt idx="882">
                  <c:v>0.99393939393939401</c:v>
                </c:pt>
                <c:pt idx="883">
                  <c:v>0.99393939393939401</c:v>
                </c:pt>
                <c:pt idx="884">
                  <c:v>0.99393939393939401</c:v>
                </c:pt>
                <c:pt idx="885">
                  <c:v>0.99393939393939401</c:v>
                </c:pt>
                <c:pt idx="886">
                  <c:v>0.99393939393939401</c:v>
                </c:pt>
                <c:pt idx="887">
                  <c:v>0.99393939393939401</c:v>
                </c:pt>
                <c:pt idx="888">
                  <c:v>0.99393939393939401</c:v>
                </c:pt>
                <c:pt idx="889">
                  <c:v>0.99393939393939401</c:v>
                </c:pt>
                <c:pt idx="890">
                  <c:v>0.99393939393939401</c:v>
                </c:pt>
                <c:pt idx="891">
                  <c:v>0.99393939393939401</c:v>
                </c:pt>
                <c:pt idx="892">
                  <c:v>0.99393939393939401</c:v>
                </c:pt>
                <c:pt idx="893">
                  <c:v>0.99393939393939401</c:v>
                </c:pt>
                <c:pt idx="894">
                  <c:v>0.99393939393939401</c:v>
                </c:pt>
                <c:pt idx="895">
                  <c:v>0.99393939393939401</c:v>
                </c:pt>
                <c:pt idx="896">
                  <c:v>0.99393939393939401</c:v>
                </c:pt>
                <c:pt idx="897">
                  <c:v>0.99393939393939401</c:v>
                </c:pt>
                <c:pt idx="898">
                  <c:v>0.99393939393939401</c:v>
                </c:pt>
                <c:pt idx="899">
                  <c:v>0.99393939393939401</c:v>
                </c:pt>
                <c:pt idx="900">
                  <c:v>0.99393939393939401</c:v>
                </c:pt>
                <c:pt idx="901">
                  <c:v>0.99393939393939401</c:v>
                </c:pt>
                <c:pt idx="902">
                  <c:v>0.99393939393939401</c:v>
                </c:pt>
                <c:pt idx="903">
                  <c:v>0.99393939393939401</c:v>
                </c:pt>
                <c:pt idx="904">
                  <c:v>0.99393939393939401</c:v>
                </c:pt>
                <c:pt idx="905">
                  <c:v>0.99393939393939401</c:v>
                </c:pt>
                <c:pt idx="906">
                  <c:v>0.99393939393939401</c:v>
                </c:pt>
                <c:pt idx="907">
                  <c:v>0.99393939393939401</c:v>
                </c:pt>
                <c:pt idx="908">
                  <c:v>0.99393939393939401</c:v>
                </c:pt>
                <c:pt idx="909">
                  <c:v>0.99393939393939401</c:v>
                </c:pt>
                <c:pt idx="910">
                  <c:v>0.99393939393939401</c:v>
                </c:pt>
                <c:pt idx="911">
                  <c:v>0.99393939393939401</c:v>
                </c:pt>
                <c:pt idx="912">
                  <c:v>0.99393939393939401</c:v>
                </c:pt>
                <c:pt idx="913">
                  <c:v>0.99393939393939401</c:v>
                </c:pt>
                <c:pt idx="914">
                  <c:v>0.99393939393939401</c:v>
                </c:pt>
                <c:pt idx="915">
                  <c:v>0.99393939393939401</c:v>
                </c:pt>
                <c:pt idx="916">
                  <c:v>0.99393939393939401</c:v>
                </c:pt>
                <c:pt idx="917">
                  <c:v>0.99393939393939401</c:v>
                </c:pt>
                <c:pt idx="918">
                  <c:v>0.99393939393939401</c:v>
                </c:pt>
                <c:pt idx="919">
                  <c:v>0.99393939393939401</c:v>
                </c:pt>
                <c:pt idx="920">
                  <c:v>0.99393939393939401</c:v>
                </c:pt>
                <c:pt idx="921">
                  <c:v>0.99393939393939401</c:v>
                </c:pt>
                <c:pt idx="922">
                  <c:v>0.99393939393939401</c:v>
                </c:pt>
                <c:pt idx="923">
                  <c:v>0.99393939393939401</c:v>
                </c:pt>
                <c:pt idx="924">
                  <c:v>0.99393939393939401</c:v>
                </c:pt>
                <c:pt idx="925">
                  <c:v>0.99393939393939401</c:v>
                </c:pt>
                <c:pt idx="926">
                  <c:v>0.99393939393939401</c:v>
                </c:pt>
                <c:pt idx="927">
                  <c:v>0.99393939393939401</c:v>
                </c:pt>
                <c:pt idx="928">
                  <c:v>0.99393939393939401</c:v>
                </c:pt>
                <c:pt idx="929">
                  <c:v>0.99393939393939401</c:v>
                </c:pt>
                <c:pt idx="930">
                  <c:v>0.99393939393939401</c:v>
                </c:pt>
                <c:pt idx="931">
                  <c:v>0.99393939393939401</c:v>
                </c:pt>
                <c:pt idx="932">
                  <c:v>0.99393939393939401</c:v>
                </c:pt>
                <c:pt idx="933">
                  <c:v>0.99393939393939401</c:v>
                </c:pt>
                <c:pt idx="934">
                  <c:v>0.99393939393939401</c:v>
                </c:pt>
                <c:pt idx="935">
                  <c:v>0.99393939393939401</c:v>
                </c:pt>
                <c:pt idx="936">
                  <c:v>0.99393939393939401</c:v>
                </c:pt>
                <c:pt idx="937">
                  <c:v>0.99393939393939401</c:v>
                </c:pt>
                <c:pt idx="938">
                  <c:v>0.99393939393939401</c:v>
                </c:pt>
                <c:pt idx="939">
                  <c:v>0.99393939393939401</c:v>
                </c:pt>
                <c:pt idx="940">
                  <c:v>0.99393939393939401</c:v>
                </c:pt>
                <c:pt idx="941">
                  <c:v>0.99393939393939401</c:v>
                </c:pt>
                <c:pt idx="942">
                  <c:v>0.99393939393939401</c:v>
                </c:pt>
                <c:pt idx="943">
                  <c:v>0.99393939393939401</c:v>
                </c:pt>
                <c:pt idx="944">
                  <c:v>0.99393939393939401</c:v>
                </c:pt>
                <c:pt idx="945">
                  <c:v>0.99393939393939401</c:v>
                </c:pt>
                <c:pt idx="946">
                  <c:v>0.99393939393939401</c:v>
                </c:pt>
                <c:pt idx="947">
                  <c:v>0.99393939393939401</c:v>
                </c:pt>
                <c:pt idx="948">
                  <c:v>0.99393939393939401</c:v>
                </c:pt>
                <c:pt idx="949">
                  <c:v>0.99393939393939401</c:v>
                </c:pt>
                <c:pt idx="950">
                  <c:v>0.99393939393939401</c:v>
                </c:pt>
                <c:pt idx="951">
                  <c:v>0.99393939393939401</c:v>
                </c:pt>
                <c:pt idx="952">
                  <c:v>0.99393939393939401</c:v>
                </c:pt>
                <c:pt idx="953">
                  <c:v>0.99393939393939401</c:v>
                </c:pt>
                <c:pt idx="954">
                  <c:v>0.99393939393939401</c:v>
                </c:pt>
                <c:pt idx="955">
                  <c:v>0.99393939393939401</c:v>
                </c:pt>
                <c:pt idx="956">
                  <c:v>0.99393939393939401</c:v>
                </c:pt>
                <c:pt idx="957">
                  <c:v>0.99393939393939401</c:v>
                </c:pt>
                <c:pt idx="958">
                  <c:v>0.99393939393939401</c:v>
                </c:pt>
                <c:pt idx="959">
                  <c:v>0.99393939393939401</c:v>
                </c:pt>
                <c:pt idx="960">
                  <c:v>0.99393939393939401</c:v>
                </c:pt>
                <c:pt idx="961">
                  <c:v>0.99393939393939401</c:v>
                </c:pt>
                <c:pt idx="962">
                  <c:v>0.99393939393939401</c:v>
                </c:pt>
                <c:pt idx="963">
                  <c:v>0.99393939393939401</c:v>
                </c:pt>
                <c:pt idx="964">
                  <c:v>0.99393939393939401</c:v>
                </c:pt>
                <c:pt idx="965">
                  <c:v>0.99393939393939401</c:v>
                </c:pt>
                <c:pt idx="966">
                  <c:v>0.99393939393939401</c:v>
                </c:pt>
                <c:pt idx="967">
                  <c:v>0.99393939393939401</c:v>
                </c:pt>
                <c:pt idx="968">
                  <c:v>0.99393939393939401</c:v>
                </c:pt>
                <c:pt idx="969">
                  <c:v>0.99393939393939401</c:v>
                </c:pt>
                <c:pt idx="970">
                  <c:v>0.99393939393939401</c:v>
                </c:pt>
                <c:pt idx="971">
                  <c:v>0.99393939393939401</c:v>
                </c:pt>
                <c:pt idx="972">
                  <c:v>0.99393939393939401</c:v>
                </c:pt>
                <c:pt idx="973">
                  <c:v>0.99393939393939401</c:v>
                </c:pt>
                <c:pt idx="974">
                  <c:v>0.99393939393939401</c:v>
                </c:pt>
                <c:pt idx="975">
                  <c:v>0.99393939393939401</c:v>
                </c:pt>
                <c:pt idx="976">
                  <c:v>0.99393939393939401</c:v>
                </c:pt>
                <c:pt idx="977">
                  <c:v>0.99393939393939401</c:v>
                </c:pt>
                <c:pt idx="978">
                  <c:v>0.99393939393939401</c:v>
                </c:pt>
                <c:pt idx="979">
                  <c:v>0.99393939393939401</c:v>
                </c:pt>
                <c:pt idx="980">
                  <c:v>0.99393939393939401</c:v>
                </c:pt>
                <c:pt idx="981">
                  <c:v>0.99393939393939401</c:v>
                </c:pt>
                <c:pt idx="982">
                  <c:v>0.99393939393939401</c:v>
                </c:pt>
                <c:pt idx="983">
                  <c:v>0.99393939393939401</c:v>
                </c:pt>
                <c:pt idx="984">
                  <c:v>0.99393939393939401</c:v>
                </c:pt>
                <c:pt idx="985">
                  <c:v>0.99393939393939401</c:v>
                </c:pt>
                <c:pt idx="986">
                  <c:v>0.99393939393939401</c:v>
                </c:pt>
                <c:pt idx="987">
                  <c:v>0.99393939393939401</c:v>
                </c:pt>
                <c:pt idx="988">
                  <c:v>0.99393939393939401</c:v>
                </c:pt>
                <c:pt idx="989">
                  <c:v>0.99393939393939401</c:v>
                </c:pt>
                <c:pt idx="990">
                  <c:v>0.99393939393939401</c:v>
                </c:pt>
                <c:pt idx="991">
                  <c:v>0.99393939393939401</c:v>
                </c:pt>
                <c:pt idx="992">
                  <c:v>0.99393939393939401</c:v>
                </c:pt>
                <c:pt idx="993">
                  <c:v>0.99393939393939401</c:v>
                </c:pt>
                <c:pt idx="994">
                  <c:v>0.99393939393939401</c:v>
                </c:pt>
                <c:pt idx="995">
                  <c:v>0.99393939393939401</c:v>
                </c:pt>
                <c:pt idx="996">
                  <c:v>0.99393939393939401</c:v>
                </c:pt>
                <c:pt idx="997">
                  <c:v>0.99393939393939401</c:v>
                </c:pt>
                <c:pt idx="998">
                  <c:v>0.99393939393939401</c:v>
                </c:pt>
                <c:pt idx="999">
                  <c:v>0.99393939393939401</c:v>
                </c:pt>
                <c:pt idx="1000">
                  <c:v>0.99393939393939401</c:v>
                </c:pt>
                <c:pt idx="1001">
                  <c:v>0.99393939393939401</c:v>
                </c:pt>
                <c:pt idx="1002">
                  <c:v>0.99393939393939401</c:v>
                </c:pt>
                <c:pt idx="1003">
                  <c:v>0.99393939393939401</c:v>
                </c:pt>
                <c:pt idx="1004">
                  <c:v>0.99393939393939401</c:v>
                </c:pt>
                <c:pt idx="1005">
                  <c:v>0.99393939393939401</c:v>
                </c:pt>
                <c:pt idx="1006">
                  <c:v>0.99393939393939401</c:v>
                </c:pt>
                <c:pt idx="1007">
                  <c:v>0.99393939393939401</c:v>
                </c:pt>
                <c:pt idx="1008">
                  <c:v>0.99393939393939401</c:v>
                </c:pt>
                <c:pt idx="1009">
                  <c:v>0.99393939393939401</c:v>
                </c:pt>
                <c:pt idx="1010">
                  <c:v>0.99393939393939401</c:v>
                </c:pt>
                <c:pt idx="1011">
                  <c:v>0.99393939393939401</c:v>
                </c:pt>
                <c:pt idx="1012">
                  <c:v>0.99393939393939401</c:v>
                </c:pt>
                <c:pt idx="1013">
                  <c:v>0.99393939393939401</c:v>
                </c:pt>
                <c:pt idx="1014">
                  <c:v>0.99393939393939401</c:v>
                </c:pt>
                <c:pt idx="1015">
                  <c:v>0.99393939393939401</c:v>
                </c:pt>
                <c:pt idx="1016">
                  <c:v>0.99393939393939401</c:v>
                </c:pt>
                <c:pt idx="1017">
                  <c:v>0.99393939393939401</c:v>
                </c:pt>
                <c:pt idx="1018">
                  <c:v>0.99393939393939401</c:v>
                </c:pt>
                <c:pt idx="1019">
                  <c:v>0.99393939393939401</c:v>
                </c:pt>
                <c:pt idx="1020">
                  <c:v>0.99393939393939401</c:v>
                </c:pt>
                <c:pt idx="1021">
                  <c:v>0.99393939393939401</c:v>
                </c:pt>
                <c:pt idx="1022">
                  <c:v>0.99393939393939401</c:v>
                </c:pt>
                <c:pt idx="1023">
                  <c:v>0.99393939393939401</c:v>
                </c:pt>
                <c:pt idx="1024">
                  <c:v>0.99393939393939401</c:v>
                </c:pt>
                <c:pt idx="1025">
                  <c:v>0.99393939393939401</c:v>
                </c:pt>
                <c:pt idx="1026">
                  <c:v>0.99393939393939401</c:v>
                </c:pt>
                <c:pt idx="1027">
                  <c:v>0.99393939393939401</c:v>
                </c:pt>
                <c:pt idx="1028">
                  <c:v>0.99393939393939401</c:v>
                </c:pt>
                <c:pt idx="1029">
                  <c:v>0.99393939393939401</c:v>
                </c:pt>
                <c:pt idx="1030">
                  <c:v>0.99393939393939401</c:v>
                </c:pt>
                <c:pt idx="1031">
                  <c:v>0.99393939393939401</c:v>
                </c:pt>
                <c:pt idx="1032">
                  <c:v>0.99393939393939401</c:v>
                </c:pt>
                <c:pt idx="1033">
                  <c:v>0.99393939393939401</c:v>
                </c:pt>
                <c:pt idx="1034">
                  <c:v>0.99393939393939401</c:v>
                </c:pt>
                <c:pt idx="1035">
                  <c:v>0.99393939393939401</c:v>
                </c:pt>
                <c:pt idx="1036">
                  <c:v>0.99393939393939401</c:v>
                </c:pt>
                <c:pt idx="1037">
                  <c:v>0.99393939393939401</c:v>
                </c:pt>
                <c:pt idx="1038">
                  <c:v>0.99393939393939401</c:v>
                </c:pt>
                <c:pt idx="1039">
                  <c:v>0.99393939393939401</c:v>
                </c:pt>
                <c:pt idx="1040">
                  <c:v>0.99393939393939401</c:v>
                </c:pt>
                <c:pt idx="1041">
                  <c:v>0.99393939393939401</c:v>
                </c:pt>
                <c:pt idx="1042">
                  <c:v>0.99393939393939401</c:v>
                </c:pt>
                <c:pt idx="1043">
                  <c:v>0.99393939393939401</c:v>
                </c:pt>
                <c:pt idx="1044">
                  <c:v>0.99393939393939401</c:v>
                </c:pt>
                <c:pt idx="1045">
                  <c:v>0.99393939393939401</c:v>
                </c:pt>
                <c:pt idx="1046">
                  <c:v>0.99393939393939401</c:v>
                </c:pt>
                <c:pt idx="1047">
                  <c:v>0.99393939393939401</c:v>
                </c:pt>
                <c:pt idx="1048">
                  <c:v>0.99393939393939401</c:v>
                </c:pt>
                <c:pt idx="1049">
                  <c:v>0.99393939393939401</c:v>
                </c:pt>
                <c:pt idx="1050">
                  <c:v>0.99393939393939401</c:v>
                </c:pt>
                <c:pt idx="1051">
                  <c:v>0.99393939393939401</c:v>
                </c:pt>
                <c:pt idx="1052">
                  <c:v>0.99393939393939401</c:v>
                </c:pt>
                <c:pt idx="1053">
                  <c:v>0.99393939393939401</c:v>
                </c:pt>
                <c:pt idx="1054">
                  <c:v>0.99393939393939401</c:v>
                </c:pt>
                <c:pt idx="1055">
                  <c:v>0.99393939393939401</c:v>
                </c:pt>
                <c:pt idx="1056">
                  <c:v>0.99393939393939401</c:v>
                </c:pt>
                <c:pt idx="1057">
                  <c:v>0.99393939393939401</c:v>
                </c:pt>
                <c:pt idx="1058">
                  <c:v>0.99393939393939401</c:v>
                </c:pt>
                <c:pt idx="1059">
                  <c:v>0.99393939393939401</c:v>
                </c:pt>
                <c:pt idx="1060">
                  <c:v>0.99393939393939401</c:v>
                </c:pt>
                <c:pt idx="1061">
                  <c:v>0.99393939393939401</c:v>
                </c:pt>
                <c:pt idx="1062">
                  <c:v>0.99393939393939401</c:v>
                </c:pt>
                <c:pt idx="1063">
                  <c:v>0.99393939393939401</c:v>
                </c:pt>
                <c:pt idx="1064">
                  <c:v>0.99393939393939401</c:v>
                </c:pt>
                <c:pt idx="1065">
                  <c:v>0.99393939393939401</c:v>
                </c:pt>
                <c:pt idx="1066">
                  <c:v>0.99393939393939401</c:v>
                </c:pt>
                <c:pt idx="1067">
                  <c:v>0.99393939393939401</c:v>
                </c:pt>
                <c:pt idx="1068">
                  <c:v>0.99393939393939401</c:v>
                </c:pt>
                <c:pt idx="1069">
                  <c:v>0.99393939393939401</c:v>
                </c:pt>
                <c:pt idx="1070">
                  <c:v>0.99393939393939401</c:v>
                </c:pt>
                <c:pt idx="1071">
                  <c:v>0.99393939393939401</c:v>
                </c:pt>
                <c:pt idx="1072">
                  <c:v>0.99393939393939401</c:v>
                </c:pt>
                <c:pt idx="1073">
                  <c:v>0.99393939393939401</c:v>
                </c:pt>
                <c:pt idx="1074">
                  <c:v>0.99393939393939401</c:v>
                </c:pt>
                <c:pt idx="1075">
                  <c:v>0.99393939393939401</c:v>
                </c:pt>
                <c:pt idx="1076">
                  <c:v>0.99393939393939401</c:v>
                </c:pt>
                <c:pt idx="1077">
                  <c:v>0.99393939393939401</c:v>
                </c:pt>
                <c:pt idx="1078">
                  <c:v>0.99393939393939401</c:v>
                </c:pt>
                <c:pt idx="1079">
                  <c:v>0.99393939393939401</c:v>
                </c:pt>
                <c:pt idx="1080">
                  <c:v>0.99393939393939401</c:v>
                </c:pt>
                <c:pt idx="1081">
                  <c:v>0.99393939393939401</c:v>
                </c:pt>
                <c:pt idx="1082">
                  <c:v>0.99393939393939401</c:v>
                </c:pt>
                <c:pt idx="1083">
                  <c:v>0.99393939393939401</c:v>
                </c:pt>
                <c:pt idx="1084">
                  <c:v>0.99393939393939401</c:v>
                </c:pt>
                <c:pt idx="1085">
                  <c:v>0.99393939393939401</c:v>
                </c:pt>
                <c:pt idx="1086">
                  <c:v>0.99393939393939401</c:v>
                </c:pt>
                <c:pt idx="1087">
                  <c:v>0.99393939393939401</c:v>
                </c:pt>
                <c:pt idx="1088">
                  <c:v>0.99393939393939401</c:v>
                </c:pt>
                <c:pt idx="1089">
                  <c:v>0.99393939393939401</c:v>
                </c:pt>
                <c:pt idx="1090">
                  <c:v>0.99393939393939401</c:v>
                </c:pt>
                <c:pt idx="1091">
                  <c:v>0.99393939393939401</c:v>
                </c:pt>
                <c:pt idx="1092">
                  <c:v>0.99393939393939401</c:v>
                </c:pt>
                <c:pt idx="1093">
                  <c:v>0.99393939393939401</c:v>
                </c:pt>
                <c:pt idx="1094">
                  <c:v>0.99393939393939401</c:v>
                </c:pt>
                <c:pt idx="1095">
                  <c:v>0.99393939393939401</c:v>
                </c:pt>
                <c:pt idx="1096">
                  <c:v>0.99393939393939401</c:v>
                </c:pt>
                <c:pt idx="1097">
                  <c:v>0.99393939393939401</c:v>
                </c:pt>
                <c:pt idx="1098">
                  <c:v>0.99393939393939401</c:v>
                </c:pt>
                <c:pt idx="1099">
                  <c:v>0.99393939393939401</c:v>
                </c:pt>
                <c:pt idx="1100">
                  <c:v>0.99393939393939401</c:v>
                </c:pt>
                <c:pt idx="1101">
                  <c:v>0.99393939393939401</c:v>
                </c:pt>
                <c:pt idx="1102">
                  <c:v>0.99393939393939401</c:v>
                </c:pt>
                <c:pt idx="1103">
                  <c:v>0.99393939393939401</c:v>
                </c:pt>
                <c:pt idx="1104">
                  <c:v>0.99393939393939401</c:v>
                </c:pt>
                <c:pt idx="1105">
                  <c:v>0.99393939393939401</c:v>
                </c:pt>
                <c:pt idx="1106">
                  <c:v>0.99393939393939401</c:v>
                </c:pt>
                <c:pt idx="1107">
                  <c:v>0.99393939393939401</c:v>
                </c:pt>
                <c:pt idx="1108">
                  <c:v>0.99393939393939401</c:v>
                </c:pt>
                <c:pt idx="1109">
                  <c:v>0.99393939393939401</c:v>
                </c:pt>
                <c:pt idx="1110">
                  <c:v>0.99393939393939401</c:v>
                </c:pt>
                <c:pt idx="1111">
                  <c:v>0.99393939393939401</c:v>
                </c:pt>
                <c:pt idx="1112">
                  <c:v>0.99393939393939401</c:v>
                </c:pt>
                <c:pt idx="1113">
                  <c:v>0.99393939393939401</c:v>
                </c:pt>
                <c:pt idx="1114">
                  <c:v>0.99393939393939401</c:v>
                </c:pt>
                <c:pt idx="1115">
                  <c:v>0.99393939393939401</c:v>
                </c:pt>
                <c:pt idx="1116">
                  <c:v>0.99393939393939401</c:v>
                </c:pt>
                <c:pt idx="1117">
                  <c:v>0.99393939393939401</c:v>
                </c:pt>
                <c:pt idx="1118">
                  <c:v>0.99393939393939401</c:v>
                </c:pt>
                <c:pt idx="1119">
                  <c:v>0.99393939393939401</c:v>
                </c:pt>
                <c:pt idx="1120">
                  <c:v>0.99393939393939401</c:v>
                </c:pt>
                <c:pt idx="1121">
                  <c:v>0.99393939393939401</c:v>
                </c:pt>
                <c:pt idx="1122">
                  <c:v>0.99393939393939401</c:v>
                </c:pt>
                <c:pt idx="1123">
                  <c:v>0.99393939393939401</c:v>
                </c:pt>
                <c:pt idx="1124">
                  <c:v>0.99393939393939401</c:v>
                </c:pt>
                <c:pt idx="1125">
                  <c:v>0.99393939393939401</c:v>
                </c:pt>
                <c:pt idx="1126">
                  <c:v>0.99393939393939401</c:v>
                </c:pt>
                <c:pt idx="1127">
                  <c:v>0.99393939393939401</c:v>
                </c:pt>
                <c:pt idx="1128">
                  <c:v>0.99393939393939401</c:v>
                </c:pt>
                <c:pt idx="1129">
                  <c:v>0.99393939393939401</c:v>
                </c:pt>
                <c:pt idx="1130">
                  <c:v>0.99393939393939401</c:v>
                </c:pt>
                <c:pt idx="1131">
                  <c:v>0.99393939393939401</c:v>
                </c:pt>
                <c:pt idx="1132">
                  <c:v>0.99393939393939401</c:v>
                </c:pt>
                <c:pt idx="1133">
                  <c:v>0.99393939393939401</c:v>
                </c:pt>
                <c:pt idx="1134">
                  <c:v>0.99393939393939401</c:v>
                </c:pt>
                <c:pt idx="1135">
                  <c:v>0.99393939393939401</c:v>
                </c:pt>
                <c:pt idx="1136">
                  <c:v>0.99393939393939401</c:v>
                </c:pt>
                <c:pt idx="1137">
                  <c:v>0.99393939393939401</c:v>
                </c:pt>
                <c:pt idx="1138">
                  <c:v>0.99393939393939401</c:v>
                </c:pt>
                <c:pt idx="1139">
                  <c:v>0.99393939393939401</c:v>
                </c:pt>
                <c:pt idx="1140">
                  <c:v>0.99393939393939401</c:v>
                </c:pt>
                <c:pt idx="1141">
                  <c:v>0.99393939393939401</c:v>
                </c:pt>
                <c:pt idx="1142">
                  <c:v>0.99393939393939401</c:v>
                </c:pt>
                <c:pt idx="1143">
                  <c:v>0.99393939393939401</c:v>
                </c:pt>
                <c:pt idx="1144">
                  <c:v>0.99393939393939401</c:v>
                </c:pt>
                <c:pt idx="1145">
                  <c:v>0.99393939393939401</c:v>
                </c:pt>
                <c:pt idx="1146">
                  <c:v>0.99393939393939401</c:v>
                </c:pt>
                <c:pt idx="1147">
                  <c:v>0.99393939393939401</c:v>
                </c:pt>
                <c:pt idx="1148">
                  <c:v>0.99393939393939401</c:v>
                </c:pt>
                <c:pt idx="1149">
                  <c:v>0.99393939393939401</c:v>
                </c:pt>
                <c:pt idx="1150">
                  <c:v>0.99393939393939401</c:v>
                </c:pt>
                <c:pt idx="1151">
                  <c:v>0.99393939393939401</c:v>
                </c:pt>
                <c:pt idx="1152">
                  <c:v>0.99393939393939401</c:v>
                </c:pt>
                <c:pt idx="1153">
                  <c:v>0.99393939393939401</c:v>
                </c:pt>
                <c:pt idx="1154">
                  <c:v>0.99393939393939401</c:v>
                </c:pt>
                <c:pt idx="1155">
                  <c:v>0.99393939393939401</c:v>
                </c:pt>
                <c:pt idx="1156">
                  <c:v>0.99393939393939401</c:v>
                </c:pt>
                <c:pt idx="1157">
                  <c:v>0.99393939393939401</c:v>
                </c:pt>
                <c:pt idx="1158">
                  <c:v>0.99393939393939401</c:v>
                </c:pt>
                <c:pt idx="1159">
                  <c:v>0.99393939393939401</c:v>
                </c:pt>
                <c:pt idx="1160">
                  <c:v>0.99393939393939401</c:v>
                </c:pt>
                <c:pt idx="1161">
                  <c:v>0.99393939393939401</c:v>
                </c:pt>
                <c:pt idx="1162">
                  <c:v>0.99393939393939401</c:v>
                </c:pt>
                <c:pt idx="1163">
                  <c:v>0.99393939393939401</c:v>
                </c:pt>
                <c:pt idx="1164">
                  <c:v>0.99393939393939401</c:v>
                </c:pt>
                <c:pt idx="1165">
                  <c:v>0.99393939393939401</c:v>
                </c:pt>
                <c:pt idx="1166">
                  <c:v>0.99393939393939401</c:v>
                </c:pt>
                <c:pt idx="1167">
                  <c:v>0.99393939393939401</c:v>
                </c:pt>
                <c:pt idx="1168">
                  <c:v>0.99393939393939401</c:v>
                </c:pt>
                <c:pt idx="1169">
                  <c:v>0.99393939393939401</c:v>
                </c:pt>
                <c:pt idx="1170">
                  <c:v>0.99393939393939401</c:v>
                </c:pt>
                <c:pt idx="1171">
                  <c:v>0.99393939393939401</c:v>
                </c:pt>
                <c:pt idx="1172">
                  <c:v>0.99393939393939401</c:v>
                </c:pt>
                <c:pt idx="1173">
                  <c:v>0.99393939393939401</c:v>
                </c:pt>
                <c:pt idx="1174">
                  <c:v>0.99393939393939401</c:v>
                </c:pt>
                <c:pt idx="1175">
                  <c:v>0.99393939393939401</c:v>
                </c:pt>
                <c:pt idx="1176">
                  <c:v>0.99393939393939401</c:v>
                </c:pt>
                <c:pt idx="1177">
                  <c:v>0.99393939393939401</c:v>
                </c:pt>
                <c:pt idx="1178">
                  <c:v>0.99393939393939401</c:v>
                </c:pt>
                <c:pt idx="1179">
                  <c:v>0.99393939393939401</c:v>
                </c:pt>
                <c:pt idx="1180">
                  <c:v>0.99393939393939401</c:v>
                </c:pt>
                <c:pt idx="1181">
                  <c:v>0.99393939393939401</c:v>
                </c:pt>
                <c:pt idx="1182">
                  <c:v>0.99393939393939401</c:v>
                </c:pt>
                <c:pt idx="1183">
                  <c:v>0.99393939393939401</c:v>
                </c:pt>
                <c:pt idx="1184">
                  <c:v>0.99393939393939401</c:v>
                </c:pt>
                <c:pt idx="1185">
                  <c:v>0.99393939393939401</c:v>
                </c:pt>
                <c:pt idx="1186">
                  <c:v>0.99393939393939401</c:v>
                </c:pt>
                <c:pt idx="1187">
                  <c:v>0.99393939393939401</c:v>
                </c:pt>
                <c:pt idx="1188">
                  <c:v>0.99393939393939401</c:v>
                </c:pt>
                <c:pt idx="1189">
                  <c:v>0.99393939393939401</c:v>
                </c:pt>
                <c:pt idx="1190">
                  <c:v>0.99393939393939401</c:v>
                </c:pt>
                <c:pt idx="1191">
                  <c:v>0.99393939393939401</c:v>
                </c:pt>
                <c:pt idx="1192">
                  <c:v>0.99393939393939401</c:v>
                </c:pt>
                <c:pt idx="1193">
                  <c:v>0.99393939393939401</c:v>
                </c:pt>
                <c:pt idx="1194">
                  <c:v>0.99393939393939401</c:v>
                </c:pt>
                <c:pt idx="1195">
                  <c:v>0.99393939393939401</c:v>
                </c:pt>
                <c:pt idx="1196">
                  <c:v>0.99393939393939401</c:v>
                </c:pt>
                <c:pt idx="1197">
                  <c:v>0.99393939393939401</c:v>
                </c:pt>
                <c:pt idx="1198">
                  <c:v>0.99393939393939401</c:v>
                </c:pt>
                <c:pt idx="1199">
                  <c:v>0.99393939393939401</c:v>
                </c:pt>
                <c:pt idx="1200">
                  <c:v>0.99393939393939401</c:v>
                </c:pt>
                <c:pt idx="1201">
                  <c:v>0.99393939393939401</c:v>
                </c:pt>
                <c:pt idx="1202">
                  <c:v>0.99393939393939401</c:v>
                </c:pt>
                <c:pt idx="1203">
                  <c:v>0.99393939393939401</c:v>
                </c:pt>
                <c:pt idx="1204">
                  <c:v>0.99393939393939401</c:v>
                </c:pt>
                <c:pt idx="1205">
                  <c:v>0.99393939393939401</c:v>
                </c:pt>
                <c:pt idx="1206">
                  <c:v>0.99393939393939401</c:v>
                </c:pt>
                <c:pt idx="1207">
                  <c:v>0.99393939393939401</c:v>
                </c:pt>
                <c:pt idx="1208">
                  <c:v>0.99393939393939401</c:v>
                </c:pt>
                <c:pt idx="1209">
                  <c:v>0.99393939393939401</c:v>
                </c:pt>
                <c:pt idx="1210">
                  <c:v>0.99393939393939401</c:v>
                </c:pt>
                <c:pt idx="1211">
                  <c:v>0.99393939393939401</c:v>
                </c:pt>
                <c:pt idx="1212">
                  <c:v>0.99393939393939401</c:v>
                </c:pt>
                <c:pt idx="1213">
                  <c:v>0.99393939393939401</c:v>
                </c:pt>
                <c:pt idx="1214">
                  <c:v>0.99393939393939401</c:v>
                </c:pt>
                <c:pt idx="1215">
                  <c:v>0.99393939393939401</c:v>
                </c:pt>
                <c:pt idx="1216">
                  <c:v>0.99393939393939401</c:v>
                </c:pt>
                <c:pt idx="1217">
                  <c:v>0.99393939393939401</c:v>
                </c:pt>
                <c:pt idx="1218">
                  <c:v>0.99393939393939401</c:v>
                </c:pt>
                <c:pt idx="1219">
                  <c:v>0.99393939393939401</c:v>
                </c:pt>
                <c:pt idx="1220">
                  <c:v>0.99393939393939401</c:v>
                </c:pt>
                <c:pt idx="1221">
                  <c:v>0.99393939393939401</c:v>
                </c:pt>
                <c:pt idx="1222">
                  <c:v>0.99393939393939401</c:v>
                </c:pt>
                <c:pt idx="1223">
                  <c:v>0.99393939393939401</c:v>
                </c:pt>
                <c:pt idx="1224">
                  <c:v>0.99393939393939401</c:v>
                </c:pt>
                <c:pt idx="1225">
                  <c:v>0.99393939393939401</c:v>
                </c:pt>
                <c:pt idx="1226">
                  <c:v>0.99393939393939401</c:v>
                </c:pt>
                <c:pt idx="1227">
                  <c:v>0.99393939393939401</c:v>
                </c:pt>
                <c:pt idx="1228">
                  <c:v>0.99393939393939401</c:v>
                </c:pt>
                <c:pt idx="1229">
                  <c:v>0.99393939393939401</c:v>
                </c:pt>
                <c:pt idx="1230">
                  <c:v>0.99393939393939401</c:v>
                </c:pt>
                <c:pt idx="1231">
                  <c:v>0.99393939393939401</c:v>
                </c:pt>
                <c:pt idx="1232">
                  <c:v>0.99393939393939401</c:v>
                </c:pt>
                <c:pt idx="1233">
                  <c:v>0.99393939393939401</c:v>
                </c:pt>
                <c:pt idx="1234">
                  <c:v>0.99393939393939401</c:v>
                </c:pt>
                <c:pt idx="1235">
                  <c:v>0.99393939393939401</c:v>
                </c:pt>
                <c:pt idx="1236">
                  <c:v>0.99393939393939401</c:v>
                </c:pt>
                <c:pt idx="1237">
                  <c:v>0.99393939393939401</c:v>
                </c:pt>
                <c:pt idx="1238">
                  <c:v>0.99393939393939401</c:v>
                </c:pt>
                <c:pt idx="1239">
                  <c:v>0.99393939393939401</c:v>
                </c:pt>
                <c:pt idx="1240">
                  <c:v>0.99393939393939401</c:v>
                </c:pt>
                <c:pt idx="1241">
                  <c:v>0.99393939393939401</c:v>
                </c:pt>
                <c:pt idx="1242">
                  <c:v>0.99393939393939401</c:v>
                </c:pt>
                <c:pt idx="1243">
                  <c:v>0.99393939393939401</c:v>
                </c:pt>
                <c:pt idx="1244">
                  <c:v>0.99393939393939401</c:v>
                </c:pt>
                <c:pt idx="1245">
                  <c:v>0.99393939393939401</c:v>
                </c:pt>
                <c:pt idx="1246">
                  <c:v>0.99393939393939401</c:v>
                </c:pt>
                <c:pt idx="1247">
                  <c:v>0.99393939393939401</c:v>
                </c:pt>
                <c:pt idx="1248">
                  <c:v>0.99393939393939401</c:v>
                </c:pt>
                <c:pt idx="1249">
                  <c:v>0.99393939393939401</c:v>
                </c:pt>
                <c:pt idx="1250">
                  <c:v>0.99393939393939401</c:v>
                </c:pt>
                <c:pt idx="1251">
                  <c:v>0.99393939393939401</c:v>
                </c:pt>
                <c:pt idx="1252">
                  <c:v>0.99393939393939401</c:v>
                </c:pt>
                <c:pt idx="1253">
                  <c:v>0.99393939393939401</c:v>
                </c:pt>
                <c:pt idx="1254">
                  <c:v>0.99393939393939401</c:v>
                </c:pt>
                <c:pt idx="1255">
                  <c:v>0.99393939393939401</c:v>
                </c:pt>
                <c:pt idx="1256">
                  <c:v>0.99393939393939401</c:v>
                </c:pt>
                <c:pt idx="1257">
                  <c:v>0.99393939393939401</c:v>
                </c:pt>
                <c:pt idx="1258">
                  <c:v>0.99393939393939401</c:v>
                </c:pt>
                <c:pt idx="1259">
                  <c:v>0.99393939393939401</c:v>
                </c:pt>
                <c:pt idx="1260">
                  <c:v>0.99393939393939401</c:v>
                </c:pt>
                <c:pt idx="1261">
                  <c:v>0.99393939393939401</c:v>
                </c:pt>
                <c:pt idx="1262">
                  <c:v>0.99393939393939401</c:v>
                </c:pt>
                <c:pt idx="1263">
                  <c:v>0.99393939393939401</c:v>
                </c:pt>
                <c:pt idx="1264">
                  <c:v>0.99393939393939401</c:v>
                </c:pt>
                <c:pt idx="1265">
                  <c:v>0.99393939393939401</c:v>
                </c:pt>
                <c:pt idx="1266">
                  <c:v>0.99393939393939401</c:v>
                </c:pt>
                <c:pt idx="1267">
                  <c:v>0.99393939393939401</c:v>
                </c:pt>
                <c:pt idx="1268">
                  <c:v>0.99393939393939401</c:v>
                </c:pt>
                <c:pt idx="1269">
                  <c:v>0.99393939393939401</c:v>
                </c:pt>
                <c:pt idx="1270">
                  <c:v>0.99393939393939401</c:v>
                </c:pt>
                <c:pt idx="1271">
                  <c:v>0.99393939393939401</c:v>
                </c:pt>
                <c:pt idx="1272">
                  <c:v>0.99393939393939401</c:v>
                </c:pt>
                <c:pt idx="1273">
                  <c:v>0.99393939393939401</c:v>
                </c:pt>
                <c:pt idx="1274">
                  <c:v>0.99393939393939401</c:v>
                </c:pt>
                <c:pt idx="1275">
                  <c:v>0.99393939393939401</c:v>
                </c:pt>
                <c:pt idx="1276">
                  <c:v>0.99393939393939401</c:v>
                </c:pt>
                <c:pt idx="1277">
                  <c:v>0.99393939393939401</c:v>
                </c:pt>
                <c:pt idx="1278">
                  <c:v>0.99393939393939401</c:v>
                </c:pt>
                <c:pt idx="1279">
                  <c:v>0.99393939393939401</c:v>
                </c:pt>
                <c:pt idx="1280">
                  <c:v>0.99393939393939401</c:v>
                </c:pt>
                <c:pt idx="1281">
                  <c:v>0.99393939393939401</c:v>
                </c:pt>
                <c:pt idx="1282">
                  <c:v>0.99393939393939401</c:v>
                </c:pt>
                <c:pt idx="1283">
                  <c:v>0.99393939393939401</c:v>
                </c:pt>
                <c:pt idx="1284">
                  <c:v>0.99393939393939401</c:v>
                </c:pt>
                <c:pt idx="1285">
                  <c:v>0.99393939393939401</c:v>
                </c:pt>
                <c:pt idx="1286">
                  <c:v>0.99393939393939401</c:v>
                </c:pt>
                <c:pt idx="1287">
                  <c:v>0.99393939393939401</c:v>
                </c:pt>
                <c:pt idx="1288">
                  <c:v>0.99393939393939401</c:v>
                </c:pt>
                <c:pt idx="1289">
                  <c:v>0.99393939393939401</c:v>
                </c:pt>
                <c:pt idx="1290">
                  <c:v>0.99393939393939401</c:v>
                </c:pt>
                <c:pt idx="1291">
                  <c:v>0.99393939393939401</c:v>
                </c:pt>
                <c:pt idx="1292">
                  <c:v>0.99393939393939401</c:v>
                </c:pt>
                <c:pt idx="1293">
                  <c:v>0.99393939393939401</c:v>
                </c:pt>
                <c:pt idx="1294">
                  <c:v>0.99393939393939401</c:v>
                </c:pt>
                <c:pt idx="1295">
                  <c:v>0.99393939393939401</c:v>
                </c:pt>
                <c:pt idx="1296">
                  <c:v>0.99393939393939401</c:v>
                </c:pt>
                <c:pt idx="1297">
                  <c:v>0.99393939393939401</c:v>
                </c:pt>
                <c:pt idx="1298">
                  <c:v>0.99393939393939401</c:v>
                </c:pt>
                <c:pt idx="1299">
                  <c:v>0.99393939393939401</c:v>
                </c:pt>
                <c:pt idx="1300">
                  <c:v>0.99393939393939401</c:v>
                </c:pt>
                <c:pt idx="1301">
                  <c:v>0.99393939393939401</c:v>
                </c:pt>
                <c:pt idx="1302">
                  <c:v>0.99393939393939401</c:v>
                </c:pt>
                <c:pt idx="1303">
                  <c:v>0.99393939393939401</c:v>
                </c:pt>
                <c:pt idx="1304">
                  <c:v>0.99393939393939401</c:v>
                </c:pt>
                <c:pt idx="1305">
                  <c:v>0.99393939393939401</c:v>
                </c:pt>
                <c:pt idx="1306">
                  <c:v>0.99393939393939401</c:v>
                </c:pt>
                <c:pt idx="1307">
                  <c:v>0.99393939393939401</c:v>
                </c:pt>
                <c:pt idx="1308">
                  <c:v>0.99393939393939401</c:v>
                </c:pt>
                <c:pt idx="1309">
                  <c:v>0.99393939393939401</c:v>
                </c:pt>
                <c:pt idx="1310">
                  <c:v>0.99393939393939401</c:v>
                </c:pt>
                <c:pt idx="1311">
                  <c:v>0.99393939393939401</c:v>
                </c:pt>
                <c:pt idx="1312">
                  <c:v>0.99393939393939401</c:v>
                </c:pt>
                <c:pt idx="1313">
                  <c:v>0.99393939393939401</c:v>
                </c:pt>
                <c:pt idx="1314">
                  <c:v>0.99393939393939401</c:v>
                </c:pt>
                <c:pt idx="1315">
                  <c:v>0.99393939393939401</c:v>
                </c:pt>
                <c:pt idx="1316">
                  <c:v>0.99393939393939401</c:v>
                </c:pt>
                <c:pt idx="1317">
                  <c:v>0.99393939393939401</c:v>
                </c:pt>
                <c:pt idx="1318">
                  <c:v>0.99393939393939401</c:v>
                </c:pt>
                <c:pt idx="1319">
                  <c:v>0.99393939393939401</c:v>
                </c:pt>
                <c:pt idx="1320">
                  <c:v>0.99393939393939401</c:v>
                </c:pt>
                <c:pt idx="1321">
                  <c:v>0.99393939393939401</c:v>
                </c:pt>
                <c:pt idx="1322">
                  <c:v>0.99393939393939401</c:v>
                </c:pt>
                <c:pt idx="1323">
                  <c:v>0.99393939393939401</c:v>
                </c:pt>
                <c:pt idx="1324">
                  <c:v>0.99393939393939401</c:v>
                </c:pt>
                <c:pt idx="1325">
                  <c:v>0.99393939393939401</c:v>
                </c:pt>
                <c:pt idx="1326">
                  <c:v>0.99393939393939401</c:v>
                </c:pt>
                <c:pt idx="1327">
                  <c:v>0.99393939393939401</c:v>
                </c:pt>
                <c:pt idx="1328">
                  <c:v>0.99393939393939401</c:v>
                </c:pt>
                <c:pt idx="1329">
                  <c:v>0.99393939393939401</c:v>
                </c:pt>
                <c:pt idx="1330">
                  <c:v>0.99393939393939401</c:v>
                </c:pt>
                <c:pt idx="1331">
                  <c:v>0.99393939393939401</c:v>
                </c:pt>
                <c:pt idx="1332">
                  <c:v>0.99393939393939401</c:v>
                </c:pt>
                <c:pt idx="1333">
                  <c:v>0.99393939393939401</c:v>
                </c:pt>
                <c:pt idx="1334">
                  <c:v>0.99393939393939401</c:v>
                </c:pt>
                <c:pt idx="1335">
                  <c:v>0.99393939393939401</c:v>
                </c:pt>
                <c:pt idx="1336">
                  <c:v>0.99393939393939401</c:v>
                </c:pt>
                <c:pt idx="1337">
                  <c:v>0.99393939393939401</c:v>
                </c:pt>
                <c:pt idx="1338">
                  <c:v>0.99393939393939401</c:v>
                </c:pt>
                <c:pt idx="1339">
                  <c:v>0.99393939393939401</c:v>
                </c:pt>
                <c:pt idx="1340">
                  <c:v>0.99393939393939401</c:v>
                </c:pt>
                <c:pt idx="1341">
                  <c:v>0.99393939393939401</c:v>
                </c:pt>
                <c:pt idx="1342">
                  <c:v>0.99393939393939401</c:v>
                </c:pt>
                <c:pt idx="1343">
                  <c:v>0.99393939393939401</c:v>
                </c:pt>
                <c:pt idx="1344">
                  <c:v>0.99393939393939401</c:v>
                </c:pt>
                <c:pt idx="1345">
                  <c:v>0.99393939393939401</c:v>
                </c:pt>
                <c:pt idx="1346">
                  <c:v>0.99393939393939401</c:v>
                </c:pt>
                <c:pt idx="1347">
                  <c:v>0.99393939393939401</c:v>
                </c:pt>
                <c:pt idx="1348">
                  <c:v>0.99393939393939401</c:v>
                </c:pt>
                <c:pt idx="1349">
                  <c:v>0.99393939393939401</c:v>
                </c:pt>
                <c:pt idx="1350">
                  <c:v>0.99393939393939401</c:v>
                </c:pt>
                <c:pt idx="1351">
                  <c:v>0.99393939393939401</c:v>
                </c:pt>
                <c:pt idx="1352">
                  <c:v>0.99393939393939401</c:v>
                </c:pt>
                <c:pt idx="1353">
                  <c:v>0.99393939393939401</c:v>
                </c:pt>
                <c:pt idx="1354">
                  <c:v>0.99393939393939401</c:v>
                </c:pt>
                <c:pt idx="1355">
                  <c:v>0.99393939393939401</c:v>
                </c:pt>
                <c:pt idx="1356">
                  <c:v>0.99393939393939401</c:v>
                </c:pt>
                <c:pt idx="1357">
                  <c:v>0.99393939393939401</c:v>
                </c:pt>
                <c:pt idx="1358">
                  <c:v>0.99393939393939401</c:v>
                </c:pt>
                <c:pt idx="1359">
                  <c:v>0.99393939393939401</c:v>
                </c:pt>
                <c:pt idx="1360">
                  <c:v>0.99393939393939401</c:v>
                </c:pt>
                <c:pt idx="1361">
                  <c:v>0.99393939393939401</c:v>
                </c:pt>
                <c:pt idx="1362">
                  <c:v>0.99393939393939401</c:v>
                </c:pt>
                <c:pt idx="1363">
                  <c:v>0.99393939393939401</c:v>
                </c:pt>
                <c:pt idx="1364">
                  <c:v>0.99393939393939401</c:v>
                </c:pt>
                <c:pt idx="1365">
                  <c:v>0.99393939393939401</c:v>
                </c:pt>
                <c:pt idx="1366">
                  <c:v>0.99393939393939401</c:v>
                </c:pt>
                <c:pt idx="1367">
                  <c:v>0.99393939393939401</c:v>
                </c:pt>
                <c:pt idx="1368">
                  <c:v>0.99393939393939401</c:v>
                </c:pt>
                <c:pt idx="1369">
                  <c:v>0.99393939393939401</c:v>
                </c:pt>
                <c:pt idx="1370">
                  <c:v>0.99393939393939401</c:v>
                </c:pt>
                <c:pt idx="1371">
                  <c:v>0.99393939393939401</c:v>
                </c:pt>
                <c:pt idx="1372">
                  <c:v>0.99393939393939401</c:v>
                </c:pt>
                <c:pt idx="1373">
                  <c:v>0.99393939393939401</c:v>
                </c:pt>
                <c:pt idx="1374">
                  <c:v>0.99393939393939401</c:v>
                </c:pt>
                <c:pt idx="1375">
                  <c:v>0.99393939393939401</c:v>
                </c:pt>
                <c:pt idx="1376">
                  <c:v>0.99393939393939401</c:v>
                </c:pt>
                <c:pt idx="1377">
                  <c:v>0.99393939393939401</c:v>
                </c:pt>
                <c:pt idx="1378">
                  <c:v>0.99393939393939401</c:v>
                </c:pt>
                <c:pt idx="1379">
                  <c:v>0.99393939393939401</c:v>
                </c:pt>
                <c:pt idx="1380">
                  <c:v>0.99393939393939401</c:v>
                </c:pt>
                <c:pt idx="1381">
                  <c:v>0.99393939393939401</c:v>
                </c:pt>
                <c:pt idx="1382">
                  <c:v>0.99393939393939401</c:v>
                </c:pt>
                <c:pt idx="1383">
                  <c:v>0.99393939393939401</c:v>
                </c:pt>
                <c:pt idx="1384">
                  <c:v>0.99393939393939401</c:v>
                </c:pt>
                <c:pt idx="1385">
                  <c:v>0.99393939393939401</c:v>
                </c:pt>
                <c:pt idx="1386">
                  <c:v>0.99393939393939401</c:v>
                </c:pt>
                <c:pt idx="1387">
                  <c:v>0.99393939393939401</c:v>
                </c:pt>
                <c:pt idx="1388">
                  <c:v>0.99393939393939401</c:v>
                </c:pt>
                <c:pt idx="1389">
                  <c:v>0.99393939393939401</c:v>
                </c:pt>
                <c:pt idx="1390">
                  <c:v>0.99393939393939401</c:v>
                </c:pt>
                <c:pt idx="1391">
                  <c:v>0.99393939393939401</c:v>
                </c:pt>
                <c:pt idx="1392">
                  <c:v>0.99393939393939401</c:v>
                </c:pt>
                <c:pt idx="1393">
                  <c:v>0.99393939393939401</c:v>
                </c:pt>
                <c:pt idx="1394">
                  <c:v>0.99393939393939401</c:v>
                </c:pt>
                <c:pt idx="1395">
                  <c:v>0.99393939393939401</c:v>
                </c:pt>
                <c:pt idx="1396">
                  <c:v>0.99393939393939401</c:v>
                </c:pt>
                <c:pt idx="1397">
                  <c:v>0.99393939393939401</c:v>
                </c:pt>
                <c:pt idx="1398">
                  <c:v>0.99393939393939401</c:v>
                </c:pt>
                <c:pt idx="1399">
                  <c:v>0.99393939393939401</c:v>
                </c:pt>
                <c:pt idx="1400">
                  <c:v>0.99393939393939401</c:v>
                </c:pt>
                <c:pt idx="1401">
                  <c:v>0.99393939393939401</c:v>
                </c:pt>
                <c:pt idx="1402">
                  <c:v>0.99393939393939401</c:v>
                </c:pt>
                <c:pt idx="1403">
                  <c:v>0.99393939393939401</c:v>
                </c:pt>
                <c:pt idx="1404">
                  <c:v>0.99393939393939401</c:v>
                </c:pt>
                <c:pt idx="1405">
                  <c:v>0.99393939393939401</c:v>
                </c:pt>
                <c:pt idx="1406">
                  <c:v>0.99393939393939401</c:v>
                </c:pt>
                <c:pt idx="1407">
                  <c:v>0.99393939393939401</c:v>
                </c:pt>
                <c:pt idx="1408">
                  <c:v>0.99393939393939401</c:v>
                </c:pt>
                <c:pt idx="1409">
                  <c:v>0.99393939393939401</c:v>
                </c:pt>
                <c:pt idx="1410">
                  <c:v>0.99393939393939401</c:v>
                </c:pt>
                <c:pt idx="1411">
                  <c:v>0.99393939393939401</c:v>
                </c:pt>
                <c:pt idx="1412">
                  <c:v>0.99393939393939401</c:v>
                </c:pt>
                <c:pt idx="1413">
                  <c:v>0.99393939393939401</c:v>
                </c:pt>
                <c:pt idx="1414">
                  <c:v>0.99393939393939401</c:v>
                </c:pt>
                <c:pt idx="1415">
                  <c:v>0.99393939393939401</c:v>
                </c:pt>
                <c:pt idx="1416">
                  <c:v>0.99393939393939401</c:v>
                </c:pt>
                <c:pt idx="1417">
                  <c:v>0.99393939393939401</c:v>
                </c:pt>
                <c:pt idx="1418">
                  <c:v>0.99393939393939401</c:v>
                </c:pt>
                <c:pt idx="1419">
                  <c:v>0.99393939393939401</c:v>
                </c:pt>
                <c:pt idx="1420">
                  <c:v>0.99393939393939401</c:v>
                </c:pt>
                <c:pt idx="1421">
                  <c:v>0.99393939393939401</c:v>
                </c:pt>
                <c:pt idx="1422">
                  <c:v>0.99393939393939401</c:v>
                </c:pt>
                <c:pt idx="1423">
                  <c:v>0.99393939393939401</c:v>
                </c:pt>
                <c:pt idx="1424">
                  <c:v>0.99393939393939401</c:v>
                </c:pt>
                <c:pt idx="1425">
                  <c:v>0.99393939393939401</c:v>
                </c:pt>
                <c:pt idx="1426">
                  <c:v>0.99393939393939401</c:v>
                </c:pt>
                <c:pt idx="1427">
                  <c:v>0.99393939393939401</c:v>
                </c:pt>
                <c:pt idx="1428">
                  <c:v>0.99393939393939401</c:v>
                </c:pt>
                <c:pt idx="1429">
                  <c:v>0.99393939393939401</c:v>
                </c:pt>
                <c:pt idx="1430">
                  <c:v>0.99393939393939401</c:v>
                </c:pt>
                <c:pt idx="1431">
                  <c:v>0.99393939393939401</c:v>
                </c:pt>
                <c:pt idx="1432">
                  <c:v>0.99393939393939401</c:v>
                </c:pt>
                <c:pt idx="1433">
                  <c:v>0.99393939393939401</c:v>
                </c:pt>
                <c:pt idx="1434">
                  <c:v>0.99393939393939401</c:v>
                </c:pt>
                <c:pt idx="1435">
                  <c:v>0.99393939393939401</c:v>
                </c:pt>
                <c:pt idx="1436">
                  <c:v>0.99393939393939401</c:v>
                </c:pt>
                <c:pt idx="1437">
                  <c:v>0.99393939393939401</c:v>
                </c:pt>
                <c:pt idx="1438">
                  <c:v>0.99393939393939401</c:v>
                </c:pt>
                <c:pt idx="1439">
                  <c:v>0.99393939393939401</c:v>
                </c:pt>
                <c:pt idx="1440">
                  <c:v>0.99393939393939401</c:v>
                </c:pt>
                <c:pt idx="1441">
                  <c:v>0.99393939393939401</c:v>
                </c:pt>
                <c:pt idx="1442">
                  <c:v>0.98787878787878802</c:v>
                </c:pt>
                <c:pt idx="1443">
                  <c:v>0.98181818181818181</c:v>
                </c:pt>
                <c:pt idx="1444">
                  <c:v>0.98181818181818181</c:v>
                </c:pt>
                <c:pt idx="1445">
                  <c:v>0.9757575757575756</c:v>
                </c:pt>
                <c:pt idx="1446">
                  <c:v>0.9757575757575756</c:v>
                </c:pt>
                <c:pt idx="1447">
                  <c:v>0.96969696969696961</c:v>
                </c:pt>
                <c:pt idx="1448">
                  <c:v>0.96969696969696961</c:v>
                </c:pt>
                <c:pt idx="1449">
                  <c:v>0.96363636363636362</c:v>
                </c:pt>
                <c:pt idx="1450">
                  <c:v>0.95757575757575764</c:v>
                </c:pt>
                <c:pt idx="1451">
                  <c:v>0.95757575757575764</c:v>
                </c:pt>
                <c:pt idx="1452">
                  <c:v>0.95151515151515165</c:v>
                </c:pt>
                <c:pt idx="1453">
                  <c:v>0.95151515151515165</c:v>
                </c:pt>
                <c:pt idx="1454">
                  <c:v>0.95151515151515165</c:v>
                </c:pt>
                <c:pt idx="1455">
                  <c:v>0.95151515151515165</c:v>
                </c:pt>
                <c:pt idx="1456">
                  <c:v>0.94545454545454544</c:v>
                </c:pt>
                <c:pt idx="1457">
                  <c:v>0.93939393939393945</c:v>
                </c:pt>
                <c:pt idx="1458">
                  <c:v>0.93333333333333324</c:v>
                </c:pt>
                <c:pt idx="1459">
                  <c:v>0.92727272727272725</c:v>
                </c:pt>
                <c:pt idx="1460">
                  <c:v>0.92121212121212115</c:v>
                </c:pt>
                <c:pt idx="1461">
                  <c:v>0.91515151515151516</c:v>
                </c:pt>
                <c:pt idx="1462">
                  <c:v>0.90909090909090917</c:v>
                </c:pt>
                <c:pt idx="1463">
                  <c:v>0.90303030303030318</c:v>
                </c:pt>
                <c:pt idx="1464">
                  <c:v>0.89696969696969697</c:v>
                </c:pt>
                <c:pt idx="1465">
                  <c:v>0.89090909090909087</c:v>
                </c:pt>
                <c:pt idx="1466">
                  <c:v>0.89090909090909087</c:v>
                </c:pt>
                <c:pt idx="1467">
                  <c:v>0.88484848484848488</c:v>
                </c:pt>
                <c:pt idx="1468">
                  <c:v>0.88484848484848488</c:v>
                </c:pt>
                <c:pt idx="1469">
                  <c:v>0.87878787878787878</c:v>
                </c:pt>
                <c:pt idx="1470">
                  <c:v>0.87878787878787878</c:v>
                </c:pt>
                <c:pt idx="1471">
                  <c:v>0.87878787878787878</c:v>
                </c:pt>
                <c:pt idx="1472">
                  <c:v>0.87272727272727268</c:v>
                </c:pt>
                <c:pt idx="1473">
                  <c:v>0.87272727272727268</c:v>
                </c:pt>
                <c:pt idx="1474">
                  <c:v>0.87272727272727268</c:v>
                </c:pt>
                <c:pt idx="1475">
                  <c:v>0.8666666666666667</c:v>
                </c:pt>
                <c:pt idx="1476">
                  <c:v>0.8606060606060606</c:v>
                </c:pt>
                <c:pt idx="1477">
                  <c:v>0.8545454545454545</c:v>
                </c:pt>
                <c:pt idx="1478">
                  <c:v>0.84848484848484851</c:v>
                </c:pt>
                <c:pt idx="1479">
                  <c:v>0.84242424242424241</c:v>
                </c:pt>
                <c:pt idx="1480">
                  <c:v>0.83636363636363631</c:v>
                </c:pt>
                <c:pt idx="1481">
                  <c:v>0.83030303030303032</c:v>
                </c:pt>
                <c:pt idx="1482">
                  <c:v>0.82424242424242422</c:v>
                </c:pt>
                <c:pt idx="1483">
                  <c:v>0.81818181818181823</c:v>
                </c:pt>
                <c:pt idx="1484">
                  <c:v>0.81212121212121213</c:v>
                </c:pt>
                <c:pt idx="1485">
                  <c:v>0.80606060606060603</c:v>
                </c:pt>
                <c:pt idx="1486">
                  <c:v>0.8</c:v>
                </c:pt>
                <c:pt idx="1487">
                  <c:v>0.8</c:v>
                </c:pt>
                <c:pt idx="1488">
                  <c:v>0.79393939393939394</c:v>
                </c:pt>
                <c:pt idx="1489">
                  <c:v>0.78787878787878785</c:v>
                </c:pt>
                <c:pt idx="1490">
                  <c:v>0.78181818181818186</c:v>
                </c:pt>
                <c:pt idx="1491">
                  <c:v>0.77575757575757576</c:v>
                </c:pt>
                <c:pt idx="1492">
                  <c:v>0.76969696969696966</c:v>
                </c:pt>
                <c:pt idx="1493">
                  <c:v>0.76363636363636367</c:v>
                </c:pt>
                <c:pt idx="1494">
                  <c:v>0.75757575757575757</c:v>
                </c:pt>
                <c:pt idx="1495">
                  <c:v>0.75151515151515147</c:v>
                </c:pt>
                <c:pt idx="1496">
                  <c:v>0.74545454545454548</c:v>
                </c:pt>
                <c:pt idx="1497">
                  <c:v>0.73939393939393938</c:v>
                </c:pt>
                <c:pt idx="1498">
                  <c:v>0.73333333333333328</c:v>
                </c:pt>
                <c:pt idx="1499">
                  <c:v>0.72727272727272729</c:v>
                </c:pt>
                <c:pt idx="1500">
                  <c:v>0.72121212121212119</c:v>
                </c:pt>
                <c:pt idx="1501">
                  <c:v>0.7151515151515152</c:v>
                </c:pt>
                <c:pt idx="1502">
                  <c:v>0.70909090909090911</c:v>
                </c:pt>
                <c:pt idx="1503">
                  <c:v>0.70303030303030301</c:v>
                </c:pt>
                <c:pt idx="1504">
                  <c:v>0.69696969696969702</c:v>
                </c:pt>
                <c:pt idx="1505">
                  <c:v>0.69090909090909092</c:v>
                </c:pt>
                <c:pt idx="1506">
                  <c:v>0.68484848484848482</c:v>
                </c:pt>
                <c:pt idx="1507">
                  <c:v>0.67878787878787883</c:v>
                </c:pt>
                <c:pt idx="1508">
                  <c:v>0.67272727272727273</c:v>
                </c:pt>
                <c:pt idx="1509">
                  <c:v>0.66666666666666663</c:v>
                </c:pt>
                <c:pt idx="1510">
                  <c:v>0.66060606060606064</c:v>
                </c:pt>
                <c:pt idx="1511">
                  <c:v>0.65454545454545454</c:v>
                </c:pt>
                <c:pt idx="1512">
                  <c:v>0.64848484848484844</c:v>
                </c:pt>
                <c:pt idx="1513">
                  <c:v>0.64242424242424245</c:v>
                </c:pt>
                <c:pt idx="1514">
                  <c:v>0.63636363636363635</c:v>
                </c:pt>
                <c:pt idx="1515">
                  <c:v>0.63030303030303025</c:v>
                </c:pt>
                <c:pt idx="1516">
                  <c:v>0.62424242424242427</c:v>
                </c:pt>
                <c:pt idx="1517">
                  <c:v>0.61818181818181817</c:v>
                </c:pt>
                <c:pt idx="1518">
                  <c:v>0.61212121212121207</c:v>
                </c:pt>
                <c:pt idx="1519">
                  <c:v>0.60606060606060608</c:v>
                </c:pt>
                <c:pt idx="1520">
                  <c:v>0.6</c:v>
                </c:pt>
                <c:pt idx="1521">
                  <c:v>0.59393939393939399</c:v>
                </c:pt>
                <c:pt idx="1522">
                  <c:v>0.58787878787878789</c:v>
                </c:pt>
                <c:pt idx="1523">
                  <c:v>0.58181818181818179</c:v>
                </c:pt>
                <c:pt idx="1524">
                  <c:v>0.5757575757575758</c:v>
                </c:pt>
                <c:pt idx="1525">
                  <c:v>0.5696969696969697</c:v>
                </c:pt>
                <c:pt idx="1526">
                  <c:v>0.5636363636363636</c:v>
                </c:pt>
                <c:pt idx="1527">
                  <c:v>0.55757575757575761</c:v>
                </c:pt>
                <c:pt idx="1528">
                  <c:v>0.55151515151515151</c:v>
                </c:pt>
                <c:pt idx="1529">
                  <c:v>0.54545454545454541</c:v>
                </c:pt>
                <c:pt idx="1530">
                  <c:v>0.53939393939393943</c:v>
                </c:pt>
                <c:pt idx="1531">
                  <c:v>0.53333333333333333</c:v>
                </c:pt>
                <c:pt idx="1532">
                  <c:v>0.52727272727272723</c:v>
                </c:pt>
                <c:pt idx="1533">
                  <c:v>0.52121212121212124</c:v>
                </c:pt>
                <c:pt idx="1534">
                  <c:v>0.51515151515151514</c:v>
                </c:pt>
                <c:pt idx="1535">
                  <c:v>0.50909090909090904</c:v>
                </c:pt>
                <c:pt idx="1536">
                  <c:v>0.50303030303030305</c:v>
                </c:pt>
                <c:pt idx="1537">
                  <c:v>0.49696969696969695</c:v>
                </c:pt>
                <c:pt idx="1538">
                  <c:v>0.49090909090909091</c:v>
                </c:pt>
                <c:pt idx="1539">
                  <c:v>0.48484848484848486</c:v>
                </c:pt>
                <c:pt idx="1540">
                  <c:v>0.47878787878787871</c:v>
                </c:pt>
                <c:pt idx="1541">
                  <c:v>0.47272727272727272</c:v>
                </c:pt>
                <c:pt idx="1542">
                  <c:v>0.46666666666666667</c:v>
                </c:pt>
                <c:pt idx="1543">
                  <c:v>0.46060606060606063</c:v>
                </c:pt>
                <c:pt idx="1544">
                  <c:v>0.45454545454545459</c:v>
                </c:pt>
                <c:pt idx="1545">
                  <c:v>0.44848484848484849</c:v>
                </c:pt>
                <c:pt idx="1546">
                  <c:v>0.44242424242424239</c:v>
                </c:pt>
                <c:pt idx="1547">
                  <c:v>0.43636363636363634</c:v>
                </c:pt>
                <c:pt idx="1548">
                  <c:v>0.4303030303030303</c:v>
                </c:pt>
                <c:pt idx="1549">
                  <c:v>0.42424242424242425</c:v>
                </c:pt>
                <c:pt idx="1550">
                  <c:v>0.41818181818181815</c:v>
                </c:pt>
                <c:pt idx="1551">
                  <c:v>0.41212121212121211</c:v>
                </c:pt>
                <c:pt idx="1552">
                  <c:v>0.40606060606060607</c:v>
                </c:pt>
                <c:pt idx="1553">
                  <c:v>0.4</c:v>
                </c:pt>
                <c:pt idx="1554">
                  <c:v>0.39393939393939392</c:v>
                </c:pt>
                <c:pt idx="1555">
                  <c:v>0.38787878787878788</c:v>
                </c:pt>
                <c:pt idx="1556">
                  <c:v>0.38181818181818183</c:v>
                </c:pt>
                <c:pt idx="1557">
                  <c:v>0.37575757575757573</c:v>
                </c:pt>
                <c:pt idx="1558">
                  <c:v>0.36969696969696969</c:v>
                </c:pt>
                <c:pt idx="1559">
                  <c:v>0.3636363636363637</c:v>
                </c:pt>
                <c:pt idx="1560">
                  <c:v>0.3575757575757576</c:v>
                </c:pt>
                <c:pt idx="1561">
                  <c:v>0.3515151515151515</c:v>
                </c:pt>
                <c:pt idx="1562">
                  <c:v>0.34545454545454546</c:v>
                </c:pt>
                <c:pt idx="1563">
                  <c:v>0.33939393939393941</c:v>
                </c:pt>
                <c:pt idx="1564">
                  <c:v>0.33333333333333331</c:v>
                </c:pt>
                <c:pt idx="1565">
                  <c:v>0.32727272727272727</c:v>
                </c:pt>
                <c:pt idx="1566">
                  <c:v>0.32121212121212123</c:v>
                </c:pt>
                <c:pt idx="1567">
                  <c:v>0.31515151515151513</c:v>
                </c:pt>
                <c:pt idx="1568">
                  <c:v>0.30909090909090908</c:v>
                </c:pt>
                <c:pt idx="1569">
                  <c:v>0.30303030303030304</c:v>
                </c:pt>
                <c:pt idx="1570">
                  <c:v>0.29696969696969699</c:v>
                </c:pt>
                <c:pt idx="1571">
                  <c:v>0.29090909090909089</c:v>
                </c:pt>
                <c:pt idx="1572">
                  <c:v>0.28484848484848485</c:v>
                </c:pt>
                <c:pt idx="1573">
                  <c:v>0.27878787878787881</c:v>
                </c:pt>
                <c:pt idx="1574">
                  <c:v>0.27272727272727271</c:v>
                </c:pt>
                <c:pt idx="1575">
                  <c:v>0.26666666666666666</c:v>
                </c:pt>
                <c:pt idx="1576">
                  <c:v>0.26060606060606062</c:v>
                </c:pt>
                <c:pt idx="1577">
                  <c:v>0.25454545454545452</c:v>
                </c:pt>
                <c:pt idx="1578">
                  <c:v>0.24848484848484848</c:v>
                </c:pt>
                <c:pt idx="1579">
                  <c:v>0.24242424242424243</c:v>
                </c:pt>
                <c:pt idx="1580">
                  <c:v>0.23636363636363636</c:v>
                </c:pt>
                <c:pt idx="1581">
                  <c:v>0.23030303030303031</c:v>
                </c:pt>
                <c:pt idx="1582">
                  <c:v>0.22424242424242424</c:v>
                </c:pt>
                <c:pt idx="1583">
                  <c:v>0.21818181818181817</c:v>
                </c:pt>
                <c:pt idx="1584">
                  <c:v>0.21212121212121213</c:v>
                </c:pt>
                <c:pt idx="1585">
                  <c:v>0.20606060606060608</c:v>
                </c:pt>
                <c:pt idx="1586">
                  <c:v>0.2</c:v>
                </c:pt>
                <c:pt idx="1587">
                  <c:v>0.19393939393939391</c:v>
                </c:pt>
                <c:pt idx="1588">
                  <c:v>0.18787878787878787</c:v>
                </c:pt>
                <c:pt idx="1589">
                  <c:v>0.18181818181818185</c:v>
                </c:pt>
                <c:pt idx="1590">
                  <c:v>0.17575757575757575</c:v>
                </c:pt>
                <c:pt idx="1591">
                  <c:v>0.16969696969696971</c:v>
                </c:pt>
                <c:pt idx="1592">
                  <c:v>0.16363636363636364</c:v>
                </c:pt>
                <c:pt idx="1593">
                  <c:v>0.15757575757575756</c:v>
                </c:pt>
                <c:pt idx="1594">
                  <c:v>0.15151515151515152</c:v>
                </c:pt>
                <c:pt idx="1595">
                  <c:v>0.14545454545454545</c:v>
                </c:pt>
                <c:pt idx="1596">
                  <c:v>0.1393939393939394</c:v>
                </c:pt>
                <c:pt idx="1597">
                  <c:v>0.13333333333333333</c:v>
                </c:pt>
                <c:pt idx="1598">
                  <c:v>0.12727272727272726</c:v>
                </c:pt>
                <c:pt idx="1599">
                  <c:v>0.12121212121212122</c:v>
                </c:pt>
                <c:pt idx="1600">
                  <c:v>0.11515151515151516</c:v>
                </c:pt>
                <c:pt idx="1601">
                  <c:v>0.10909090909090909</c:v>
                </c:pt>
                <c:pt idx="1602">
                  <c:v>0.10303030303030304</c:v>
                </c:pt>
                <c:pt idx="1603">
                  <c:v>9.6969696969696956E-2</c:v>
                </c:pt>
                <c:pt idx="1604">
                  <c:v>9.0909090909090925E-2</c:v>
                </c:pt>
                <c:pt idx="1605">
                  <c:v>8.4848484848484854E-2</c:v>
                </c:pt>
                <c:pt idx="1606">
                  <c:v>7.8787878787878782E-2</c:v>
                </c:pt>
                <c:pt idx="1607">
                  <c:v>7.2727272727272724E-2</c:v>
                </c:pt>
                <c:pt idx="1608">
                  <c:v>6.6666666666666666E-2</c:v>
                </c:pt>
                <c:pt idx="1609">
                  <c:v>6.0606060606060608E-2</c:v>
                </c:pt>
                <c:pt idx="1610">
                  <c:v>5.4545454545454543E-2</c:v>
                </c:pt>
                <c:pt idx="1611">
                  <c:v>4.8484848484848485E-2</c:v>
                </c:pt>
                <c:pt idx="1612">
                  <c:v>4.2424242424242427E-2</c:v>
                </c:pt>
                <c:pt idx="1613">
                  <c:v>3.6363636363636362E-2</c:v>
                </c:pt>
                <c:pt idx="1614">
                  <c:v>3.0303030303030304E-2</c:v>
                </c:pt>
                <c:pt idx="1615">
                  <c:v>2.4242424242424239E-2</c:v>
                </c:pt>
                <c:pt idx="1616">
                  <c:v>1.8181818181818181E-2</c:v>
                </c:pt>
                <c:pt idx="1617">
                  <c:v>1.2121212121212119E-2</c:v>
                </c:pt>
                <c:pt idx="1618">
                  <c:v>6.0606060606060606E-3</c:v>
                </c:pt>
                <c:pt idx="1619">
                  <c:v>0</c:v>
                </c:pt>
              </c:numCache>
            </c:numRef>
          </c:xVal>
          <c:yVal>
            <c:numRef>
              <c:f>Data!$D$2:$D$1621</c:f>
              <c:numCache>
                <c:formatCode>General</c:formatCode>
                <c:ptCount val="1620"/>
                <c:pt idx="0">
                  <c:v>0.10185185185185185</c:v>
                </c:pt>
                <c:pt idx="1">
                  <c:v>0.1019147621988882</c:v>
                </c:pt>
                <c:pt idx="2">
                  <c:v>0.10197775030902348</c:v>
                </c:pt>
                <c:pt idx="3">
                  <c:v>0.1020408163265306</c:v>
                </c:pt>
                <c:pt idx="4">
                  <c:v>0.1021039603960396</c:v>
                </c:pt>
                <c:pt idx="5">
                  <c:v>0.1021671826625387</c:v>
                </c:pt>
                <c:pt idx="6">
                  <c:v>0.10223048327137546</c:v>
                </c:pt>
                <c:pt idx="7">
                  <c:v>0.10229386236825792</c:v>
                </c:pt>
                <c:pt idx="8">
                  <c:v>0.10235732009925558</c:v>
                </c:pt>
                <c:pt idx="9">
                  <c:v>0.10242085661080076</c:v>
                </c:pt>
                <c:pt idx="10">
                  <c:v>0.10248447204968944</c:v>
                </c:pt>
                <c:pt idx="11">
                  <c:v>0.10254816656308266</c:v>
                </c:pt>
                <c:pt idx="12">
                  <c:v>0.10261194029850748</c:v>
                </c:pt>
                <c:pt idx="13">
                  <c:v>0.10267579340385811</c:v>
                </c:pt>
                <c:pt idx="14">
                  <c:v>0.10273972602739724</c:v>
                </c:pt>
                <c:pt idx="15">
                  <c:v>0.10280373831775701</c:v>
                </c:pt>
                <c:pt idx="16">
                  <c:v>0.10286783042394015</c:v>
                </c:pt>
                <c:pt idx="17">
                  <c:v>0.10293200249532128</c:v>
                </c:pt>
                <c:pt idx="18">
                  <c:v>0.10299625468164794</c:v>
                </c:pt>
                <c:pt idx="19">
                  <c:v>0.10306058713304184</c:v>
                </c:pt>
                <c:pt idx="20">
                  <c:v>0.10312499999999999</c:v>
                </c:pt>
                <c:pt idx="21">
                  <c:v>0.10318949343339588</c:v>
                </c:pt>
                <c:pt idx="22">
                  <c:v>0.10325406758448059</c:v>
                </c:pt>
                <c:pt idx="23">
                  <c:v>0.10331872260488416</c:v>
                </c:pt>
                <c:pt idx="24">
                  <c:v>0.10338345864661654</c:v>
                </c:pt>
                <c:pt idx="25">
                  <c:v>0.10344827586206896</c:v>
                </c:pt>
                <c:pt idx="26">
                  <c:v>0.10351317440401506</c:v>
                </c:pt>
                <c:pt idx="27">
                  <c:v>0.10357815442561204</c:v>
                </c:pt>
                <c:pt idx="28">
                  <c:v>0.103643216080402</c:v>
                </c:pt>
                <c:pt idx="29">
                  <c:v>0.103708359522313</c:v>
                </c:pt>
                <c:pt idx="30">
                  <c:v>0.10377358490566038</c:v>
                </c:pt>
                <c:pt idx="31">
                  <c:v>0.10383889238514787</c:v>
                </c:pt>
                <c:pt idx="32">
                  <c:v>0.10390428211586902</c:v>
                </c:pt>
                <c:pt idx="33">
                  <c:v>0.10396975425330812</c:v>
                </c:pt>
                <c:pt idx="34">
                  <c:v>0.10403530895334176</c:v>
                </c:pt>
                <c:pt idx="35">
                  <c:v>0.10410094637223977</c:v>
                </c:pt>
                <c:pt idx="36">
                  <c:v>0.10416666666666669</c:v>
                </c:pt>
                <c:pt idx="37">
                  <c:v>0.10423246999368288</c:v>
                </c:pt>
                <c:pt idx="38">
                  <c:v>0.10429835651074588</c:v>
                </c:pt>
                <c:pt idx="39">
                  <c:v>0.10436432637571158</c:v>
                </c:pt>
                <c:pt idx="40">
                  <c:v>0.10443037974683544</c:v>
                </c:pt>
                <c:pt idx="41">
                  <c:v>0.10449651678277393</c:v>
                </c:pt>
                <c:pt idx="42">
                  <c:v>0.10456273764258556</c:v>
                </c:pt>
                <c:pt idx="43">
                  <c:v>0.1046290424857324</c:v>
                </c:pt>
                <c:pt idx="44">
                  <c:v>0.1046954314720812</c:v>
                </c:pt>
                <c:pt idx="45">
                  <c:v>0.10476190476190476</c:v>
                </c:pt>
                <c:pt idx="46">
                  <c:v>0.1048284625158831</c:v>
                </c:pt>
                <c:pt idx="47">
                  <c:v>0.1048951048951049</c:v>
                </c:pt>
                <c:pt idx="48">
                  <c:v>0.1049618320610687</c:v>
                </c:pt>
                <c:pt idx="49">
                  <c:v>0.10502864417568428</c:v>
                </c:pt>
                <c:pt idx="50">
                  <c:v>0.10509554140127388</c:v>
                </c:pt>
                <c:pt idx="51">
                  <c:v>0.1051625239005736</c:v>
                </c:pt>
                <c:pt idx="52">
                  <c:v>0.10522959183673468</c:v>
                </c:pt>
                <c:pt idx="53">
                  <c:v>0.10529674537332484</c:v>
                </c:pt>
                <c:pt idx="54">
                  <c:v>0.1053639846743295</c:v>
                </c:pt>
                <c:pt idx="55">
                  <c:v>0.10543130990415336</c:v>
                </c:pt>
                <c:pt idx="56">
                  <c:v>0.10549872122762148</c:v>
                </c:pt>
                <c:pt idx="57">
                  <c:v>0.10556621880998079</c:v>
                </c:pt>
                <c:pt idx="58">
                  <c:v>0.10563380281690141</c:v>
                </c:pt>
                <c:pt idx="59">
                  <c:v>0.1057014734144779</c:v>
                </c:pt>
                <c:pt idx="60">
                  <c:v>0.10576923076923075</c:v>
                </c:pt>
                <c:pt idx="61">
                  <c:v>0.10583707504810776</c:v>
                </c:pt>
                <c:pt idx="62">
                  <c:v>0.10590500641848524</c:v>
                </c:pt>
                <c:pt idx="63">
                  <c:v>0.10597302504816956</c:v>
                </c:pt>
                <c:pt idx="64">
                  <c:v>0.10604113110539844</c:v>
                </c:pt>
                <c:pt idx="65">
                  <c:v>0.10610932475884244</c:v>
                </c:pt>
                <c:pt idx="66">
                  <c:v>0.10617760617760616</c:v>
                </c:pt>
                <c:pt idx="67">
                  <c:v>0.10624597553122989</c:v>
                </c:pt>
                <c:pt idx="68">
                  <c:v>0.10631443298969072</c:v>
                </c:pt>
                <c:pt idx="69">
                  <c:v>0.10638297872340426</c:v>
                </c:pt>
                <c:pt idx="70">
                  <c:v>0.1064516129032258</c:v>
                </c:pt>
                <c:pt idx="71">
                  <c:v>0.1065203357004519</c:v>
                </c:pt>
                <c:pt idx="72">
                  <c:v>0.1065891472868217</c:v>
                </c:pt>
                <c:pt idx="73">
                  <c:v>0.10665804783451842</c:v>
                </c:pt>
                <c:pt idx="74">
                  <c:v>0.10672703751617076</c:v>
                </c:pt>
                <c:pt idx="75">
                  <c:v>0.10679611650485436</c:v>
                </c:pt>
                <c:pt idx="76">
                  <c:v>0.10686528497409328</c:v>
                </c:pt>
                <c:pt idx="77">
                  <c:v>0.10693454309786132</c:v>
                </c:pt>
                <c:pt idx="78">
                  <c:v>0.10700389105058364</c:v>
                </c:pt>
                <c:pt idx="79">
                  <c:v>0.10707332900713822</c:v>
                </c:pt>
                <c:pt idx="80">
                  <c:v>0.10714285714285714</c:v>
                </c:pt>
                <c:pt idx="81">
                  <c:v>0.10721247563352826</c:v>
                </c:pt>
                <c:pt idx="82">
                  <c:v>0.1072821846553966</c:v>
                </c:pt>
                <c:pt idx="83">
                  <c:v>0.10735198438516592</c:v>
                </c:pt>
                <c:pt idx="84">
                  <c:v>0.107421875</c:v>
                </c:pt>
                <c:pt idx="85">
                  <c:v>0.10749185667752444</c:v>
                </c:pt>
                <c:pt idx="86">
                  <c:v>0.1075619295958279</c:v>
                </c:pt>
                <c:pt idx="87">
                  <c:v>0.1076320939334638</c:v>
                </c:pt>
                <c:pt idx="88">
                  <c:v>0.10770234986945169</c:v>
                </c:pt>
                <c:pt idx="89">
                  <c:v>0.1077726975832789</c:v>
                </c:pt>
                <c:pt idx="90">
                  <c:v>0.10784313725490197</c:v>
                </c:pt>
                <c:pt idx="91">
                  <c:v>0.1079136690647482</c:v>
                </c:pt>
                <c:pt idx="92">
                  <c:v>0.10798429319371727</c:v>
                </c:pt>
                <c:pt idx="93">
                  <c:v>0.10805500982318272</c:v>
                </c:pt>
                <c:pt idx="94">
                  <c:v>0.10812581913499344</c:v>
                </c:pt>
                <c:pt idx="95">
                  <c:v>0.1081967213114754</c:v>
                </c:pt>
                <c:pt idx="96">
                  <c:v>0.10826771653543309</c:v>
                </c:pt>
                <c:pt idx="97">
                  <c:v>0.108338804990151</c:v>
                </c:pt>
                <c:pt idx="98">
                  <c:v>0.10840998685939553</c:v>
                </c:pt>
                <c:pt idx="99">
                  <c:v>0.10848126232741616</c:v>
                </c:pt>
                <c:pt idx="100">
                  <c:v>0.10855263157894736</c:v>
                </c:pt>
                <c:pt idx="101">
                  <c:v>0.10862409479920999</c:v>
                </c:pt>
                <c:pt idx="102">
                  <c:v>0.10869565217391304</c:v>
                </c:pt>
                <c:pt idx="103">
                  <c:v>0.10876730388925512</c:v>
                </c:pt>
                <c:pt idx="104">
                  <c:v>0.10883905013192612</c:v>
                </c:pt>
                <c:pt idx="105">
                  <c:v>0.10891089108910892</c:v>
                </c:pt>
                <c:pt idx="106">
                  <c:v>0.10898282694848084</c:v>
                </c:pt>
                <c:pt idx="107">
                  <c:v>0.10905485789821548</c:v>
                </c:pt>
                <c:pt idx="108">
                  <c:v>0.10912698412698411</c:v>
                </c:pt>
                <c:pt idx="109">
                  <c:v>0.10919920582395765</c:v>
                </c:pt>
                <c:pt idx="110">
                  <c:v>0.10927152317880796</c:v>
                </c:pt>
                <c:pt idx="111">
                  <c:v>0.10934393638170974</c:v>
                </c:pt>
                <c:pt idx="112">
                  <c:v>0.10941644562334216</c:v>
                </c:pt>
                <c:pt idx="113">
                  <c:v>0.10948905109489052</c:v>
                </c:pt>
                <c:pt idx="114">
                  <c:v>0.10956175298804779</c:v>
                </c:pt>
                <c:pt idx="115">
                  <c:v>0.10963455149501659</c:v>
                </c:pt>
                <c:pt idx="116">
                  <c:v>0.10970744680851063</c:v>
                </c:pt>
                <c:pt idx="117">
                  <c:v>0.10978043912175647</c:v>
                </c:pt>
                <c:pt idx="118">
                  <c:v>0.10985352862849534</c:v>
                </c:pt>
                <c:pt idx="119">
                  <c:v>0.10992671552298468</c:v>
                </c:pt>
                <c:pt idx="120">
                  <c:v>0.11</c:v>
                </c:pt>
                <c:pt idx="121">
                  <c:v>0.11007338225483657</c:v>
                </c:pt>
                <c:pt idx="122">
                  <c:v>0.11014686248331108</c:v>
                </c:pt>
                <c:pt idx="123">
                  <c:v>0.11022044088176353</c:v>
                </c:pt>
                <c:pt idx="124">
                  <c:v>0.11029411764705882</c:v>
                </c:pt>
                <c:pt idx="125">
                  <c:v>0.11036789297658862</c:v>
                </c:pt>
                <c:pt idx="126">
                  <c:v>0.11044176706827308</c:v>
                </c:pt>
                <c:pt idx="127">
                  <c:v>0.11051574012056264</c:v>
                </c:pt>
                <c:pt idx="128">
                  <c:v>0.11058981233243968</c:v>
                </c:pt>
                <c:pt idx="129">
                  <c:v>0.11066398390342053</c:v>
                </c:pt>
                <c:pt idx="130">
                  <c:v>0.11073825503355704</c:v>
                </c:pt>
                <c:pt idx="131">
                  <c:v>0.11081262592343856</c:v>
                </c:pt>
                <c:pt idx="132">
                  <c:v>0.11088709677419356</c:v>
                </c:pt>
                <c:pt idx="133">
                  <c:v>0.1109616677874916</c:v>
                </c:pt>
                <c:pt idx="134">
                  <c:v>0.11103633916554508</c:v>
                </c:pt>
                <c:pt idx="135">
                  <c:v>0.1111111111111111</c:v>
                </c:pt>
                <c:pt idx="136">
                  <c:v>0.11118598382749326</c:v>
                </c:pt>
                <c:pt idx="137">
                  <c:v>0.11126095751854349</c:v>
                </c:pt>
                <c:pt idx="138">
                  <c:v>0.11133603238866396</c:v>
                </c:pt>
                <c:pt idx="139">
                  <c:v>0.11141120864280891</c:v>
                </c:pt>
                <c:pt idx="140">
                  <c:v>0.11148648648648649</c:v>
                </c:pt>
                <c:pt idx="141">
                  <c:v>0.11156186612576063</c:v>
                </c:pt>
                <c:pt idx="142">
                  <c:v>0.11163734776725304</c:v>
                </c:pt>
                <c:pt idx="143">
                  <c:v>0.11171293161814488</c:v>
                </c:pt>
                <c:pt idx="144">
                  <c:v>0.11178861788617886</c:v>
                </c:pt>
                <c:pt idx="145">
                  <c:v>0.11186440677966102</c:v>
                </c:pt>
                <c:pt idx="146">
                  <c:v>0.11194029850746268</c:v>
                </c:pt>
                <c:pt idx="147">
                  <c:v>0.11201629327902241</c:v>
                </c:pt>
                <c:pt idx="148">
                  <c:v>0.11209239130434782</c:v>
                </c:pt>
                <c:pt idx="149">
                  <c:v>0.11216859279401768</c:v>
                </c:pt>
                <c:pt idx="150">
                  <c:v>0.11224489795918367</c:v>
                </c:pt>
                <c:pt idx="151">
                  <c:v>0.1123213070115725</c:v>
                </c:pt>
                <c:pt idx="152">
                  <c:v>0.11239782016348772</c:v>
                </c:pt>
                <c:pt idx="153">
                  <c:v>0.11247443762781184</c:v>
                </c:pt>
                <c:pt idx="154">
                  <c:v>0.11255115961800818</c:v>
                </c:pt>
                <c:pt idx="155">
                  <c:v>0.11262798634812286</c:v>
                </c:pt>
                <c:pt idx="156">
                  <c:v>0.11270491803278689</c:v>
                </c:pt>
                <c:pt idx="157">
                  <c:v>0.11278195488721804</c:v>
                </c:pt>
                <c:pt idx="158">
                  <c:v>0.112859097127223</c:v>
                </c:pt>
                <c:pt idx="159">
                  <c:v>0.11293634496919916</c:v>
                </c:pt>
                <c:pt idx="160">
                  <c:v>0.11301369863013698</c:v>
                </c:pt>
                <c:pt idx="161">
                  <c:v>0.11309115832762166</c:v>
                </c:pt>
                <c:pt idx="162">
                  <c:v>0.1131687242798354</c:v>
                </c:pt>
                <c:pt idx="163">
                  <c:v>0.11324639670555936</c:v>
                </c:pt>
                <c:pt idx="164">
                  <c:v>0.11332417582417582</c:v>
                </c:pt>
                <c:pt idx="165">
                  <c:v>0.1134020618556701</c:v>
                </c:pt>
                <c:pt idx="166">
                  <c:v>0.11348005502063274</c:v>
                </c:pt>
                <c:pt idx="167">
                  <c:v>0.11355815554026152</c:v>
                </c:pt>
                <c:pt idx="168">
                  <c:v>0.11363636363636365</c:v>
                </c:pt>
                <c:pt idx="169">
                  <c:v>0.11371467953135768</c:v>
                </c:pt>
                <c:pt idx="170">
                  <c:v>0.11379310344827588</c:v>
                </c:pt>
                <c:pt idx="171">
                  <c:v>0.11387163561076603</c:v>
                </c:pt>
                <c:pt idx="172">
                  <c:v>0.11395027624309392</c:v>
                </c:pt>
                <c:pt idx="173">
                  <c:v>0.11402902557014512</c:v>
                </c:pt>
                <c:pt idx="174">
                  <c:v>0.11410788381742738</c:v>
                </c:pt>
                <c:pt idx="175">
                  <c:v>0.11418685121107268</c:v>
                </c:pt>
                <c:pt idx="176">
                  <c:v>0.11426592797783934</c:v>
                </c:pt>
                <c:pt idx="177">
                  <c:v>0.11434511434511437</c:v>
                </c:pt>
                <c:pt idx="178">
                  <c:v>0.1144244105409154</c:v>
                </c:pt>
                <c:pt idx="179">
                  <c:v>0.11450381679389313</c:v>
                </c:pt>
                <c:pt idx="180">
                  <c:v>0.11458333333333331</c:v>
                </c:pt>
                <c:pt idx="181">
                  <c:v>0.11466296038915914</c:v>
                </c:pt>
                <c:pt idx="182">
                  <c:v>0.11474269819193324</c:v>
                </c:pt>
                <c:pt idx="183">
                  <c:v>0.11482254697286012</c:v>
                </c:pt>
                <c:pt idx="184">
                  <c:v>0.1149025069637883</c:v>
                </c:pt>
                <c:pt idx="185">
                  <c:v>0.11498257839721254</c:v>
                </c:pt>
                <c:pt idx="186">
                  <c:v>0.11506276150627616</c:v>
                </c:pt>
                <c:pt idx="187">
                  <c:v>0.1151430565247732</c:v>
                </c:pt>
                <c:pt idx="188">
                  <c:v>0.11522346368715083</c:v>
                </c:pt>
                <c:pt idx="189">
                  <c:v>0.11530398322851151</c:v>
                </c:pt>
                <c:pt idx="190">
                  <c:v>0.1153846153846154</c:v>
                </c:pt>
                <c:pt idx="191">
                  <c:v>0.11546536039188245</c:v>
                </c:pt>
                <c:pt idx="192">
                  <c:v>0.11554621848739496</c:v>
                </c:pt>
                <c:pt idx="193">
                  <c:v>0.11562718990889979</c:v>
                </c:pt>
                <c:pt idx="194">
                  <c:v>0.11570827489481066</c:v>
                </c:pt>
                <c:pt idx="195">
                  <c:v>0.11578947368421053</c:v>
                </c:pt>
                <c:pt idx="196">
                  <c:v>0.11587078651685394</c:v>
                </c:pt>
                <c:pt idx="197">
                  <c:v>0.11595221363316936</c:v>
                </c:pt>
                <c:pt idx="198">
                  <c:v>0.1160337552742616</c:v>
                </c:pt>
                <c:pt idx="199">
                  <c:v>0.11611541168191417</c:v>
                </c:pt>
                <c:pt idx="200">
                  <c:v>0.11619718309859156</c:v>
                </c:pt>
                <c:pt idx="201">
                  <c:v>0.11627906976744186</c:v>
                </c:pt>
                <c:pt idx="202">
                  <c:v>0.116361071932299</c:v>
                </c:pt>
                <c:pt idx="203">
                  <c:v>0.11644318983768526</c:v>
                </c:pt>
                <c:pt idx="204">
                  <c:v>0.11652542372881355</c:v>
                </c:pt>
                <c:pt idx="205">
                  <c:v>0.1166077738515901</c:v>
                </c:pt>
                <c:pt idx="206">
                  <c:v>0.11669024045261669</c:v>
                </c:pt>
                <c:pt idx="207">
                  <c:v>0.11677282377919319</c:v>
                </c:pt>
                <c:pt idx="208">
                  <c:v>0.11685552407932012</c:v>
                </c:pt>
                <c:pt idx="209">
                  <c:v>0.11693834160170093</c:v>
                </c:pt>
                <c:pt idx="210">
                  <c:v>0.11702127659574468</c:v>
                </c:pt>
                <c:pt idx="211">
                  <c:v>0.11710432931156849</c:v>
                </c:pt>
                <c:pt idx="212">
                  <c:v>0.1171875</c:v>
                </c:pt>
                <c:pt idx="213">
                  <c:v>0.11727078891257996</c:v>
                </c:pt>
                <c:pt idx="214">
                  <c:v>0.11735419630156473</c:v>
                </c:pt>
                <c:pt idx="215">
                  <c:v>0.11743772241992882</c:v>
                </c:pt>
                <c:pt idx="216">
                  <c:v>0.11752136752136752</c:v>
                </c:pt>
                <c:pt idx="217">
                  <c:v>0.11760513186029936</c:v>
                </c:pt>
                <c:pt idx="218">
                  <c:v>0.11768901569186876</c:v>
                </c:pt>
                <c:pt idx="219">
                  <c:v>0.1177730192719486</c:v>
                </c:pt>
                <c:pt idx="220">
                  <c:v>0.11785714285714284</c:v>
                </c:pt>
                <c:pt idx="221">
                  <c:v>0.11794138670478914</c:v>
                </c:pt>
                <c:pt idx="222">
                  <c:v>0.11802575107296136</c:v>
                </c:pt>
                <c:pt idx="223">
                  <c:v>0.11811023622047244</c:v>
                </c:pt>
                <c:pt idx="224">
                  <c:v>0.1181948424068768</c:v>
                </c:pt>
                <c:pt idx="225">
                  <c:v>0.11827956989247312</c:v>
                </c:pt>
                <c:pt idx="226">
                  <c:v>0.11836441893830704</c:v>
                </c:pt>
                <c:pt idx="227">
                  <c:v>0.11844938980617371</c:v>
                </c:pt>
                <c:pt idx="228">
                  <c:v>0.11853448275862068</c:v>
                </c:pt>
                <c:pt idx="229">
                  <c:v>0.1186196980589504</c:v>
                </c:pt>
                <c:pt idx="230">
                  <c:v>0.11870503597122302</c:v>
                </c:pt>
                <c:pt idx="231">
                  <c:v>0.11879049676025918</c:v>
                </c:pt>
                <c:pt idx="232">
                  <c:v>0.11887608069164264</c:v>
                </c:pt>
                <c:pt idx="233">
                  <c:v>0.11896178803172314</c:v>
                </c:pt>
                <c:pt idx="234">
                  <c:v>0.11904761904761904</c:v>
                </c:pt>
                <c:pt idx="235">
                  <c:v>0.11913357400722022</c:v>
                </c:pt>
                <c:pt idx="236">
                  <c:v>0.11921965317919075</c:v>
                </c:pt>
                <c:pt idx="237">
                  <c:v>0.1193058568329718</c:v>
                </c:pt>
                <c:pt idx="238">
                  <c:v>0.11939218523878437</c:v>
                </c:pt>
                <c:pt idx="239">
                  <c:v>0.11947863866763216</c:v>
                </c:pt>
                <c:pt idx="240">
                  <c:v>0.11956521739130437</c:v>
                </c:pt>
                <c:pt idx="241">
                  <c:v>0.11965192168237854</c:v>
                </c:pt>
                <c:pt idx="242">
                  <c:v>0.11973875181422353</c:v>
                </c:pt>
                <c:pt idx="243">
                  <c:v>0.11982570806100218</c:v>
                </c:pt>
                <c:pt idx="244">
                  <c:v>0.11991279069767442</c:v>
                </c:pt>
                <c:pt idx="245">
                  <c:v>0.12</c:v>
                </c:pt>
                <c:pt idx="246">
                  <c:v>0.12008733624454147</c:v>
                </c:pt>
                <c:pt idx="247">
                  <c:v>0.12017479970866717</c:v>
                </c:pt>
                <c:pt idx="248">
                  <c:v>0.12026239067055394</c:v>
                </c:pt>
                <c:pt idx="249">
                  <c:v>0.12035010940919036</c:v>
                </c:pt>
                <c:pt idx="250">
                  <c:v>0.12043795620437955</c:v>
                </c:pt>
                <c:pt idx="251">
                  <c:v>0.12052593133674216</c:v>
                </c:pt>
                <c:pt idx="252">
                  <c:v>0.1206140350877193</c:v>
                </c:pt>
                <c:pt idx="253">
                  <c:v>0.12070226773957572</c:v>
                </c:pt>
                <c:pt idx="254">
                  <c:v>0.12079062957540264</c:v>
                </c:pt>
                <c:pt idx="255">
                  <c:v>0.12087912087912088</c:v>
                </c:pt>
                <c:pt idx="256">
                  <c:v>0.12096774193548387</c:v>
                </c:pt>
                <c:pt idx="257">
                  <c:v>0.1210564930300807</c:v>
                </c:pt>
                <c:pt idx="258">
                  <c:v>0.1211453744493392</c:v>
                </c:pt>
                <c:pt idx="259">
                  <c:v>0.12123438648052902</c:v>
                </c:pt>
                <c:pt idx="260">
                  <c:v>0.12132352941176471</c:v>
                </c:pt>
                <c:pt idx="261">
                  <c:v>0.12141280353200884</c:v>
                </c:pt>
                <c:pt idx="262">
                  <c:v>0.12150220913107512</c:v>
                </c:pt>
                <c:pt idx="263">
                  <c:v>0.12159174649963156</c:v>
                </c:pt>
                <c:pt idx="264">
                  <c:v>0.12168141592920352</c:v>
                </c:pt>
                <c:pt idx="265">
                  <c:v>0.12177121771217712</c:v>
                </c:pt>
                <c:pt idx="266">
                  <c:v>0.12186115214180208</c:v>
                </c:pt>
                <c:pt idx="267">
                  <c:v>0.12195121951219512</c:v>
                </c:pt>
                <c:pt idx="268">
                  <c:v>0.12204142011834319</c:v>
                </c:pt>
                <c:pt idx="269">
                  <c:v>0.1221317542561066</c:v>
                </c:pt>
                <c:pt idx="270">
                  <c:v>0.12222222222222222</c:v>
                </c:pt>
                <c:pt idx="271">
                  <c:v>0.1223128243143069</c:v>
                </c:pt>
                <c:pt idx="272">
                  <c:v>0.12240356083086051</c:v>
                </c:pt>
                <c:pt idx="273">
                  <c:v>0.12249443207126948</c:v>
                </c:pt>
                <c:pt idx="274">
                  <c:v>0.1225854383358098</c:v>
                </c:pt>
                <c:pt idx="275">
                  <c:v>0.12267657992565056</c:v>
                </c:pt>
                <c:pt idx="276">
                  <c:v>0.12276785714285714</c:v>
                </c:pt>
                <c:pt idx="277">
                  <c:v>0.12285927029039465</c:v>
                </c:pt>
                <c:pt idx="278">
                  <c:v>0.12295081967213116</c:v>
                </c:pt>
                <c:pt idx="279">
                  <c:v>0.12304250559284116</c:v>
                </c:pt>
                <c:pt idx="280">
                  <c:v>0.12313432835820896</c:v>
                </c:pt>
                <c:pt idx="281">
                  <c:v>0.12322628827483197</c:v>
                </c:pt>
                <c:pt idx="282">
                  <c:v>0.1233183856502242</c:v>
                </c:pt>
                <c:pt idx="283">
                  <c:v>0.12341062079281974</c:v>
                </c:pt>
                <c:pt idx="284">
                  <c:v>0.12350299401197604</c:v>
                </c:pt>
                <c:pt idx="285">
                  <c:v>0.12359550561797752</c:v>
                </c:pt>
                <c:pt idx="286">
                  <c:v>0.12368815592203898</c:v>
                </c:pt>
                <c:pt idx="287">
                  <c:v>0.12378094523630909</c:v>
                </c:pt>
                <c:pt idx="288">
                  <c:v>0.12387387387387389</c:v>
                </c:pt>
                <c:pt idx="289">
                  <c:v>0.12396694214876032</c:v>
                </c:pt>
                <c:pt idx="290">
                  <c:v>0.12406015037593984</c:v>
                </c:pt>
                <c:pt idx="291">
                  <c:v>0.12415349887133184</c:v>
                </c:pt>
                <c:pt idx="292">
                  <c:v>0.12424698795180723</c:v>
                </c:pt>
                <c:pt idx="293">
                  <c:v>0.12434061793519216</c:v>
                </c:pt>
                <c:pt idx="294">
                  <c:v>0.1244343891402715</c:v>
                </c:pt>
                <c:pt idx="295">
                  <c:v>0.12452830188679244</c:v>
                </c:pt>
                <c:pt idx="296">
                  <c:v>0.12462235649546828</c:v>
                </c:pt>
                <c:pt idx="297">
                  <c:v>0.12471655328798184</c:v>
                </c:pt>
                <c:pt idx="298">
                  <c:v>0.12481089258698939</c:v>
                </c:pt>
                <c:pt idx="299">
                  <c:v>0.12490537471612416</c:v>
                </c:pt>
                <c:pt idx="300">
                  <c:v>0.125</c:v>
                </c:pt>
                <c:pt idx="301">
                  <c:v>0.12509476876421532</c:v>
                </c:pt>
                <c:pt idx="302">
                  <c:v>0.1251896813353566</c:v>
                </c:pt>
                <c:pt idx="303">
                  <c:v>0.12528473804100229</c:v>
                </c:pt>
                <c:pt idx="304">
                  <c:v>0.12537993920972643</c:v>
                </c:pt>
                <c:pt idx="305">
                  <c:v>0.12547528517110265</c:v>
                </c:pt>
                <c:pt idx="306">
                  <c:v>0.12557077625570776</c:v>
                </c:pt>
                <c:pt idx="307">
                  <c:v>0.12566641279512566</c:v>
                </c:pt>
                <c:pt idx="308">
                  <c:v>0.12576219512195122</c:v>
                </c:pt>
                <c:pt idx="309">
                  <c:v>0.12585812356979406</c:v>
                </c:pt>
                <c:pt idx="310">
                  <c:v>0.12595419847328243</c:v>
                </c:pt>
                <c:pt idx="311">
                  <c:v>0.12605042016806722</c:v>
                </c:pt>
                <c:pt idx="312">
                  <c:v>0.12614678899082568</c:v>
                </c:pt>
                <c:pt idx="313">
                  <c:v>0.1262433052792655</c:v>
                </c:pt>
                <c:pt idx="314">
                  <c:v>0.12633996937212863</c:v>
                </c:pt>
                <c:pt idx="315">
                  <c:v>0.12643678160919539</c:v>
                </c:pt>
                <c:pt idx="316">
                  <c:v>0.12653374233128831</c:v>
                </c:pt>
                <c:pt idx="317">
                  <c:v>0.12663085188027629</c:v>
                </c:pt>
                <c:pt idx="318">
                  <c:v>0.12672811059907835</c:v>
                </c:pt>
                <c:pt idx="319">
                  <c:v>0.12682551883166795</c:v>
                </c:pt>
                <c:pt idx="320">
                  <c:v>0.12692307692307692</c:v>
                </c:pt>
                <c:pt idx="321">
                  <c:v>0.12702078521939955</c:v>
                </c:pt>
                <c:pt idx="322">
                  <c:v>0.1271186440677966</c:v>
                </c:pt>
                <c:pt idx="323">
                  <c:v>0.1272166538164996</c:v>
                </c:pt>
                <c:pt idx="324">
                  <c:v>0.12731481481481485</c:v>
                </c:pt>
                <c:pt idx="325">
                  <c:v>0.12741312741312741</c:v>
                </c:pt>
                <c:pt idx="326">
                  <c:v>0.12751159196290571</c:v>
                </c:pt>
                <c:pt idx="327">
                  <c:v>0.12761020881670534</c:v>
                </c:pt>
                <c:pt idx="328">
                  <c:v>0.12770897832817338</c:v>
                </c:pt>
                <c:pt idx="329">
                  <c:v>0.12780790085205268</c:v>
                </c:pt>
                <c:pt idx="330">
                  <c:v>0.12790697674418605</c:v>
                </c:pt>
                <c:pt idx="331">
                  <c:v>0.12800620636152055</c:v>
                </c:pt>
                <c:pt idx="332">
                  <c:v>0.12810559006211181</c:v>
                </c:pt>
                <c:pt idx="333">
                  <c:v>0.12820512820512819</c:v>
                </c:pt>
                <c:pt idx="334">
                  <c:v>0.12830482115085537</c:v>
                </c:pt>
                <c:pt idx="335">
                  <c:v>0.12840466926070038</c:v>
                </c:pt>
                <c:pt idx="336">
                  <c:v>0.12850467289719625</c:v>
                </c:pt>
                <c:pt idx="337">
                  <c:v>0.12860483242400625</c:v>
                </c:pt>
                <c:pt idx="338">
                  <c:v>0.12870514820592824</c:v>
                </c:pt>
                <c:pt idx="339">
                  <c:v>0.1288056206088993</c:v>
                </c:pt>
                <c:pt idx="340">
                  <c:v>0.12890625</c:v>
                </c:pt>
                <c:pt idx="341">
                  <c:v>0.12900703674745895</c:v>
                </c:pt>
                <c:pt idx="342">
                  <c:v>0.12910798122065728</c:v>
                </c:pt>
                <c:pt idx="343">
                  <c:v>0.12920908379013313</c:v>
                </c:pt>
                <c:pt idx="344">
                  <c:v>0.12931034482758622</c:v>
                </c:pt>
                <c:pt idx="345">
                  <c:v>0.12941176470588237</c:v>
                </c:pt>
                <c:pt idx="346">
                  <c:v>0.12951334379905807</c:v>
                </c:pt>
                <c:pt idx="347">
                  <c:v>0.12961508248232523</c:v>
                </c:pt>
                <c:pt idx="348">
                  <c:v>0.12971698113207547</c:v>
                </c:pt>
                <c:pt idx="349">
                  <c:v>0.12981904012588513</c:v>
                </c:pt>
                <c:pt idx="350">
                  <c:v>0.12992125984251968</c:v>
                </c:pt>
                <c:pt idx="351">
                  <c:v>0.13002364066193853</c:v>
                </c:pt>
                <c:pt idx="352">
                  <c:v>0.13012618296529968</c:v>
                </c:pt>
                <c:pt idx="353">
                  <c:v>0.13022888713496447</c:v>
                </c:pt>
                <c:pt idx="354">
                  <c:v>0.13033175355450238</c:v>
                </c:pt>
                <c:pt idx="355">
                  <c:v>0.13043478260869565</c:v>
                </c:pt>
                <c:pt idx="356">
                  <c:v>0.13053797468354431</c:v>
                </c:pt>
                <c:pt idx="357">
                  <c:v>0.13064133016627075</c:v>
                </c:pt>
                <c:pt idx="358">
                  <c:v>0.13074484944532488</c:v>
                </c:pt>
                <c:pt idx="359">
                  <c:v>0.13084853291038859</c:v>
                </c:pt>
                <c:pt idx="360">
                  <c:v>0.13095238095238096</c:v>
                </c:pt>
                <c:pt idx="361">
                  <c:v>0.13105639396346305</c:v>
                </c:pt>
                <c:pt idx="362">
                  <c:v>0.13116057233704292</c:v>
                </c:pt>
                <c:pt idx="363">
                  <c:v>0.13126491646778043</c:v>
                </c:pt>
                <c:pt idx="364">
                  <c:v>0.13136942675159236</c:v>
                </c:pt>
                <c:pt idx="365">
                  <c:v>0.13147410358565736</c:v>
                </c:pt>
                <c:pt idx="366">
                  <c:v>0.13157894736842105</c:v>
                </c:pt>
                <c:pt idx="367">
                  <c:v>0.13168395849960096</c:v>
                </c:pt>
                <c:pt idx="368">
                  <c:v>0.13178913738019168</c:v>
                </c:pt>
                <c:pt idx="369">
                  <c:v>0.13189448441247004</c:v>
                </c:pt>
                <c:pt idx="370">
                  <c:v>0.13200000000000001</c:v>
                </c:pt>
                <c:pt idx="371">
                  <c:v>0.1321056845476381</c:v>
                </c:pt>
                <c:pt idx="372">
                  <c:v>0.13221153846153846</c:v>
                </c:pt>
                <c:pt idx="373">
                  <c:v>0.13231756214915799</c:v>
                </c:pt>
                <c:pt idx="374">
                  <c:v>0.13242375601926162</c:v>
                </c:pt>
                <c:pt idx="375">
                  <c:v>0.13253012048192772</c:v>
                </c:pt>
                <c:pt idx="376">
                  <c:v>0.13263665594855306</c:v>
                </c:pt>
                <c:pt idx="377">
                  <c:v>0.13274336283185842</c:v>
                </c:pt>
                <c:pt idx="378">
                  <c:v>0.13285024154589373</c:v>
                </c:pt>
                <c:pt idx="379">
                  <c:v>0.13295729250604352</c:v>
                </c:pt>
                <c:pt idx="380">
                  <c:v>0.13306451612903225</c:v>
                </c:pt>
                <c:pt idx="381">
                  <c:v>0.13317191283292978</c:v>
                </c:pt>
                <c:pt idx="382">
                  <c:v>0.1332794830371567</c:v>
                </c:pt>
                <c:pt idx="383">
                  <c:v>0.13338722716248991</c:v>
                </c:pt>
                <c:pt idx="384">
                  <c:v>0.13349514563106796</c:v>
                </c:pt>
                <c:pt idx="385">
                  <c:v>0.13360323886639677</c:v>
                </c:pt>
                <c:pt idx="386">
                  <c:v>0.13371150729335493</c:v>
                </c:pt>
                <c:pt idx="387">
                  <c:v>0.13381995133819952</c:v>
                </c:pt>
                <c:pt idx="388">
                  <c:v>0.13392857142857142</c:v>
                </c:pt>
                <c:pt idx="389">
                  <c:v>0.13403736799350122</c:v>
                </c:pt>
                <c:pt idx="390">
                  <c:v>0.13414634146341464</c:v>
                </c:pt>
                <c:pt idx="391">
                  <c:v>0.13425549227013833</c:v>
                </c:pt>
                <c:pt idx="392">
                  <c:v>0.13436482084690554</c:v>
                </c:pt>
                <c:pt idx="393">
                  <c:v>0.13447432762836187</c:v>
                </c:pt>
                <c:pt idx="394">
                  <c:v>0.13458401305057097</c:v>
                </c:pt>
                <c:pt idx="395">
                  <c:v>0.13469387755102041</c:v>
                </c:pt>
                <c:pt idx="396">
                  <c:v>0.13480392156862744</c:v>
                </c:pt>
                <c:pt idx="397">
                  <c:v>0.1349141455437449</c:v>
                </c:pt>
                <c:pt idx="398">
                  <c:v>0.13502454991816695</c:v>
                </c:pt>
                <c:pt idx="399">
                  <c:v>0.13513513513513514</c:v>
                </c:pt>
                <c:pt idx="400">
                  <c:v>0.13524590163934427</c:v>
                </c:pt>
                <c:pt idx="401">
                  <c:v>0.13535684987694832</c:v>
                </c:pt>
                <c:pt idx="402">
                  <c:v>0.1354679802955665</c:v>
                </c:pt>
                <c:pt idx="403">
                  <c:v>0.13557929334428925</c:v>
                </c:pt>
                <c:pt idx="404">
                  <c:v>0.13569078947368421</c:v>
                </c:pt>
                <c:pt idx="405">
                  <c:v>0.13580246913580246</c:v>
                </c:pt>
                <c:pt idx="406">
                  <c:v>0.13591433278418452</c:v>
                </c:pt>
                <c:pt idx="407">
                  <c:v>0.13602638087386645</c:v>
                </c:pt>
                <c:pt idx="408">
                  <c:v>0.13613861386138615</c:v>
                </c:pt>
                <c:pt idx="409">
                  <c:v>0.13625103220478943</c:v>
                </c:pt>
                <c:pt idx="410">
                  <c:v>0.13636363636363635</c:v>
                </c:pt>
                <c:pt idx="411">
                  <c:v>0.13647642679900746</c:v>
                </c:pt>
                <c:pt idx="412">
                  <c:v>0.13658940397350994</c:v>
                </c:pt>
                <c:pt idx="413">
                  <c:v>0.13670256835128416</c:v>
                </c:pt>
                <c:pt idx="414">
                  <c:v>0.13681592039800994</c:v>
                </c:pt>
                <c:pt idx="415">
                  <c:v>0.13692946058091288</c:v>
                </c:pt>
                <c:pt idx="416">
                  <c:v>0.13704318936877077</c:v>
                </c:pt>
                <c:pt idx="417">
                  <c:v>0.13715710723192021</c:v>
                </c:pt>
                <c:pt idx="418">
                  <c:v>0.13727121464226288</c:v>
                </c:pt>
                <c:pt idx="419">
                  <c:v>0.13738551207327226</c:v>
                </c:pt>
                <c:pt idx="420">
                  <c:v>0.13750000000000001</c:v>
                </c:pt>
                <c:pt idx="421">
                  <c:v>0.13761467889908258</c:v>
                </c:pt>
                <c:pt idx="422">
                  <c:v>0.13772954924874792</c:v>
                </c:pt>
                <c:pt idx="423">
                  <c:v>0.13784461152882205</c:v>
                </c:pt>
                <c:pt idx="424">
                  <c:v>0.13795986622073578</c:v>
                </c:pt>
                <c:pt idx="425">
                  <c:v>0.13807531380753138</c:v>
                </c:pt>
                <c:pt idx="426">
                  <c:v>0.13819095477386931</c:v>
                </c:pt>
                <c:pt idx="427">
                  <c:v>0.13830678960603521</c:v>
                </c:pt>
                <c:pt idx="428">
                  <c:v>0.13842281879194632</c:v>
                </c:pt>
                <c:pt idx="429">
                  <c:v>0.1385390428211587</c:v>
                </c:pt>
                <c:pt idx="430">
                  <c:v>0.13865546218487396</c:v>
                </c:pt>
                <c:pt idx="431">
                  <c:v>0.13877207737594618</c:v>
                </c:pt>
                <c:pt idx="432">
                  <c:v>0.1388888888888889</c:v>
                </c:pt>
                <c:pt idx="433">
                  <c:v>0.13900589721988205</c:v>
                </c:pt>
                <c:pt idx="434">
                  <c:v>0.13912310286677909</c:v>
                </c:pt>
                <c:pt idx="435">
                  <c:v>0.13924050632911392</c:v>
                </c:pt>
                <c:pt idx="436">
                  <c:v>0.13935810810810811</c:v>
                </c:pt>
                <c:pt idx="437">
                  <c:v>0.13947590870667795</c:v>
                </c:pt>
                <c:pt idx="438">
                  <c:v>0.13959390862944163</c:v>
                </c:pt>
                <c:pt idx="439">
                  <c:v>0.13971210838272649</c:v>
                </c:pt>
                <c:pt idx="440">
                  <c:v>0.13983050847457626</c:v>
                </c:pt>
                <c:pt idx="441">
                  <c:v>0.13994910941475827</c:v>
                </c:pt>
                <c:pt idx="442">
                  <c:v>0.14006791171477079</c:v>
                </c:pt>
                <c:pt idx="443">
                  <c:v>0.14018691588785046</c:v>
                </c:pt>
                <c:pt idx="444">
                  <c:v>0.14030612244897958</c:v>
                </c:pt>
                <c:pt idx="445">
                  <c:v>0.14042553191489365</c:v>
                </c:pt>
                <c:pt idx="446">
                  <c:v>0.14054514480408858</c:v>
                </c:pt>
                <c:pt idx="447">
                  <c:v>0.14066496163682865</c:v>
                </c:pt>
                <c:pt idx="448">
                  <c:v>0.1407849829351536</c:v>
                </c:pt>
                <c:pt idx="449">
                  <c:v>0.14090520922288644</c:v>
                </c:pt>
                <c:pt idx="450">
                  <c:v>0.14102564102564102</c:v>
                </c:pt>
                <c:pt idx="451">
                  <c:v>0.14114627887082976</c:v>
                </c:pt>
                <c:pt idx="452">
                  <c:v>0.14126712328767124</c:v>
                </c:pt>
                <c:pt idx="453">
                  <c:v>0.14138817480719795</c:v>
                </c:pt>
                <c:pt idx="454">
                  <c:v>0.14150943396226415</c:v>
                </c:pt>
                <c:pt idx="455">
                  <c:v>0.14163090128755365</c:v>
                </c:pt>
                <c:pt idx="456">
                  <c:v>0.14175257731958762</c:v>
                </c:pt>
                <c:pt idx="457">
                  <c:v>0.14187446259673259</c:v>
                </c:pt>
                <c:pt idx="458">
                  <c:v>0.14199655765920827</c:v>
                </c:pt>
                <c:pt idx="459">
                  <c:v>0.1421188630490956</c:v>
                </c:pt>
                <c:pt idx="460">
                  <c:v>0.14224137931034483</c:v>
                </c:pt>
                <c:pt idx="461">
                  <c:v>0.14236410698878343</c:v>
                </c:pt>
                <c:pt idx="462">
                  <c:v>0.14248704663212436</c:v>
                </c:pt>
                <c:pt idx="463">
                  <c:v>0.14261019878997408</c:v>
                </c:pt>
                <c:pt idx="464">
                  <c:v>0.14273356401384082</c:v>
                </c:pt>
                <c:pt idx="465">
                  <c:v>0.14285714285714285</c:v>
                </c:pt>
                <c:pt idx="466">
                  <c:v>0.14298093587521662</c:v>
                </c:pt>
                <c:pt idx="467">
                  <c:v>0.14310494362532525</c:v>
                </c:pt>
                <c:pt idx="468">
                  <c:v>0.14322916666666666</c:v>
                </c:pt>
                <c:pt idx="469">
                  <c:v>0.14335360556038226</c:v>
                </c:pt>
                <c:pt idx="470">
                  <c:v>0.14347826086956522</c:v>
                </c:pt>
                <c:pt idx="471">
                  <c:v>0.14360313315926893</c:v>
                </c:pt>
                <c:pt idx="472">
                  <c:v>0.14372822299651569</c:v>
                </c:pt>
                <c:pt idx="473">
                  <c:v>0.14385353095030515</c:v>
                </c:pt>
                <c:pt idx="474">
                  <c:v>0.14397905759162305</c:v>
                </c:pt>
                <c:pt idx="475">
                  <c:v>0.14410480349344978</c:v>
                </c:pt>
                <c:pt idx="476">
                  <c:v>0.14423076923076922</c:v>
                </c:pt>
                <c:pt idx="477">
                  <c:v>0.14435695538057744</c:v>
                </c:pt>
                <c:pt idx="478">
                  <c:v>0.14448336252189142</c:v>
                </c:pt>
                <c:pt idx="479">
                  <c:v>0.1446099912357581</c:v>
                </c:pt>
                <c:pt idx="480">
                  <c:v>0.14473684210526316</c:v>
                </c:pt>
                <c:pt idx="481">
                  <c:v>0.14486391571553994</c:v>
                </c:pt>
                <c:pt idx="482">
                  <c:v>0.14499121265377857</c:v>
                </c:pt>
                <c:pt idx="483">
                  <c:v>0.14511873350923482</c:v>
                </c:pt>
                <c:pt idx="484">
                  <c:v>0.14524647887323944</c:v>
                </c:pt>
                <c:pt idx="485">
                  <c:v>0.14537444933920704</c:v>
                </c:pt>
                <c:pt idx="486">
                  <c:v>0.14550264550264549</c:v>
                </c:pt>
                <c:pt idx="487">
                  <c:v>0.14563106796116504</c:v>
                </c:pt>
                <c:pt idx="488">
                  <c:v>0.14575971731448764</c:v>
                </c:pt>
                <c:pt idx="489">
                  <c:v>0.14588859416445624</c:v>
                </c:pt>
                <c:pt idx="490">
                  <c:v>0.14601769911504425</c:v>
                </c:pt>
                <c:pt idx="491">
                  <c:v>0.14614703277236493</c:v>
                </c:pt>
                <c:pt idx="492">
                  <c:v>0.14627659574468083</c:v>
                </c:pt>
                <c:pt idx="493">
                  <c:v>0.14640638864241348</c:v>
                </c:pt>
                <c:pt idx="494">
                  <c:v>0.14653641207815277</c:v>
                </c:pt>
                <c:pt idx="495">
                  <c:v>0.14666666666666667</c:v>
                </c:pt>
                <c:pt idx="496">
                  <c:v>0.14679715302491103</c:v>
                </c:pt>
                <c:pt idx="497">
                  <c:v>0.14692787177203917</c:v>
                </c:pt>
                <c:pt idx="498">
                  <c:v>0.14705882352941177</c:v>
                </c:pt>
                <c:pt idx="499">
                  <c:v>0.1471900089206066</c:v>
                </c:pt>
                <c:pt idx="500">
                  <c:v>0.14732142857142858</c:v>
                </c:pt>
                <c:pt idx="501">
                  <c:v>0.14745308310991956</c:v>
                </c:pt>
                <c:pt idx="502">
                  <c:v>0.14758497316636851</c:v>
                </c:pt>
                <c:pt idx="503">
                  <c:v>0.14771709937332139</c:v>
                </c:pt>
                <c:pt idx="504">
                  <c:v>0.14784946236559141</c:v>
                </c:pt>
                <c:pt idx="505">
                  <c:v>0.14798206278026907</c:v>
                </c:pt>
                <c:pt idx="506">
                  <c:v>0.14811490125673249</c:v>
                </c:pt>
                <c:pt idx="507">
                  <c:v>0.14824797843665768</c:v>
                </c:pt>
                <c:pt idx="508">
                  <c:v>0.14838129496402877</c:v>
                </c:pt>
                <c:pt idx="509">
                  <c:v>0.14851485148514851</c:v>
                </c:pt>
                <c:pt idx="510">
                  <c:v>0.14864864864864866</c:v>
                </c:pt>
                <c:pt idx="511">
                  <c:v>0.14878268710550044</c:v>
                </c:pt>
                <c:pt idx="512">
                  <c:v>0.14891696750902528</c:v>
                </c:pt>
                <c:pt idx="513">
                  <c:v>0.14905149051490515</c:v>
                </c:pt>
                <c:pt idx="514">
                  <c:v>0.14918625678119349</c:v>
                </c:pt>
                <c:pt idx="515">
                  <c:v>0.14932126696832579</c:v>
                </c:pt>
                <c:pt idx="516">
                  <c:v>0.14945652173913043</c:v>
                </c:pt>
                <c:pt idx="517">
                  <c:v>0.14959202175883954</c:v>
                </c:pt>
                <c:pt idx="518">
                  <c:v>0.14972776769509982</c:v>
                </c:pt>
                <c:pt idx="519">
                  <c:v>0.14986376021798364</c:v>
                </c:pt>
                <c:pt idx="520">
                  <c:v>0.15</c:v>
                </c:pt>
                <c:pt idx="521">
                  <c:v>0.15013648771610555</c:v>
                </c:pt>
                <c:pt idx="522">
                  <c:v>0.15027322404371585</c:v>
                </c:pt>
                <c:pt idx="523">
                  <c:v>0.15041020966271651</c:v>
                </c:pt>
                <c:pt idx="524">
                  <c:v>0.15054744525547445</c:v>
                </c:pt>
                <c:pt idx="525">
                  <c:v>0.15068493150684931</c:v>
                </c:pt>
                <c:pt idx="526">
                  <c:v>0.15082266910420475</c:v>
                </c:pt>
                <c:pt idx="527">
                  <c:v>0.15096065873741996</c:v>
                </c:pt>
                <c:pt idx="528">
                  <c:v>0.15109890109890109</c:v>
                </c:pt>
                <c:pt idx="529">
                  <c:v>0.15123739688359303</c:v>
                </c:pt>
                <c:pt idx="530">
                  <c:v>0.15137614678899083</c:v>
                </c:pt>
                <c:pt idx="531">
                  <c:v>0.15151515151515152</c:v>
                </c:pt>
                <c:pt idx="532">
                  <c:v>0.15165441176470587</c:v>
                </c:pt>
                <c:pt idx="533">
                  <c:v>0.15179392824287027</c:v>
                </c:pt>
                <c:pt idx="534">
                  <c:v>0.15193370165745856</c:v>
                </c:pt>
                <c:pt idx="535">
                  <c:v>0.15207373271889402</c:v>
                </c:pt>
                <c:pt idx="536">
                  <c:v>0.15221402214022139</c:v>
                </c:pt>
                <c:pt idx="537">
                  <c:v>0.1523545706371191</c:v>
                </c:pt>
                <c:pt idx="538">
                  <c:v>0.15249537892791126</c:v>
                </c:pt>
                <c:pt idx="539">
                  <c:v>0.15263644773358001</c:v>
                </c:pt>
                <c:pt idx="540">
                  <c:v>0.15277777777777779</c:v>
                </c:pt>
                <c:pt idx="541">
                  <c:v>0.15291936978683968</c:v>
                </c:pt>
                <c:pt idx="542">
                  <c:v>0.15306122448979592</c:v>
                </c:pt>
                <c:pt idx="543">
                  <c:v>0.15320334261838439</c:v>
                </c:pt>
                <c:pt idx="544">
                  <c:v>0.15334572490706319</c:v>
                </c:pt>
                <c:pt idx="545">
                  <c:v>0.15348837209302327</c:v>
                </c:pt>
                <c:pt idx="546">
                  <c:v>0.15363128491620112</c:v>
                </c:pt>
                <c:pt idx="547">
                  <c:v>0.15377446411929171</c:v>
                </c:pt>
                <c:pt idx="548">
                  <c:v>0.15391791044776118</c:v>
                </c:pt>
                <c:pt idx="549">
                  <c:v>0.15406162464985995</c:v>
                </c:pt>
                <c:pt idx="550">
                  <c:v>0.1542056074766355</c:v>
                </c:pt>
                <c:pt idx="551">
                  <c:v>0.15434985968194576</c:v>
                </c:pt>
                <c:pt idx="552">
                  <c:v>0.1544943820224719</c:v>
                </c:pt>
                <c:pt idx="553">
                  <c:v>0.15463917525773196</c:v>
                </c:pt>
                <c:pt idx="554">
                  <c:v>0.15478424015009382</c:v>
                </c:pt>
                <c:pt idx="555">
                  <c:v>0.15492957746478872</c:v>
                </c:pt>
                <c:pt idx="556">
                  <c:v>0.15522107243650046</c:v>
                </c:pt>
                <c:pt idx="557">
                  <c:v>0.15536723163841809</c:v>
                </c:pt>
                <c:pt idx="558">
                  <c:v>0.15457115928369464</c:v>
                </c:pt>
                <c:pt idx="559">
                  <c:v>0.15471698113207549</c:v>
                </c:pt>
                <c:pt idx="560">
                  <c:v>0.15486307837582625</c:v>
                </c:pt>
                <c:pt idx="561">
                  <c:v>0.15500945179584122</c:v>
                </c:pt>
                <c:pt idx="562">
                  <c:v>0.15515610217596973</c:v>
                </c:pt>
                <c:pt idx="563">
                  <c:v>0.1553030303030303</c:v>
                </c:pt>
                <c:pt idx="564">
                  <c:v>0.15545023696682464</c:v>
                </c:pt>
                <c:pt idx="565">
                  <c:v>0.15559772296015181</c:v>
                </c:pt>
                <c:pt idx="566">
                  <c:v>0.15574548907882241</c:v>
                </c:pt>
                <c:pt idx="567">
                  <c:v>0.155893536121673</c:v>
                </c:pt>
                <c:pt idx="568">
                  <c:v>0.15604186489058039</c:v>
                </c:pt>
                <c:pt idx="569">
                  <c:v>0.15619047619047621</c:v>
                </c:pt>
                <c:pt idx="570">
                  <c:v>0.15633937082936131</c:v>
                </c:pt>
                <c:pt idx="571">
                  <c:v>0.15648854961832062</c:v>
                </c:pt>
                <c:pt idx="572">
                  <c:v>0.15663801337153774</c:v>
                </c:pt>
                <c:pt idx="573">
                  <c:v>0.15678776290630975</c:v>
                </c:pt>
                <c:pt idx="574">
                  <c:v>0.15693779904306221</c:v>
                </c:pt>
                <c:pt idx="575">
                  <c:v>0.15708812260536398</c:v>
                </c:pt>
                <c:pt idx="576">
                  <c:v>0.15723873441994246</c:v>
                </c:pt>
                <c:pt idx="577">
                  <c:v>0.15738963531669867</c:v>
                </c:pt>
                <c:pt idx="578">
                  <c:v>0.15754082612872239</c:v>
                </c:pt>
                <c:pt idx="579">
                  <c:v>0.15769230769230769</c:v>
                </c:pt>
                <c:pt idx="580">
                  <c:v>0.15784408084696824</c:v>
                </c:pt>
                <c:pt idx="581">
                  <c:v>0.15799614643545279</c:v>
                </c:pt>
                <c:pt idx="582">
                  <c:v>0.15814850530376084</c:v>
                </c:pt>
                <c:pt idx="583">
                  <c:v>0.15830115830115829</c:v>
                </c:pt>
                <c:pt idx="584">
                  <c:v>0.15845410628019324</c:v>
                </c:pt>
                <c:pt idx="585">
                  <c:v>0.15860735009671181</c:v>
                </c:pt>
                <c:pt idx="586">
                  <c:v>0.15876089060987417</c:v>
                </c:pt>
                <c:pt idx="587">
                  <c:v>0.15891472868217055</c:v>
                </c:pt>
                <c:pt idx="588">
                  <c:v>0.15906886517943744</c:v>
                </c:pt>
                <c:pt idx="589">
                  <c:v>0.15922330097087378</c:v>
                </c:pt>
                <c:pt idx="590">
                  <c:v>0.15937803692905733</c:v>
                </c:pt>
                <c:pt idx="591">
                  <c:v>0.15953307392996108</c:v>
                </c:pt>
                <c:pt idx="592">
                  <c:v>0.15968841285296981</c:v>
                </c:pt>
                <c:pt idx="593">
                  <c:v>0.15984405458089668</c:v>
                </c:pt>
                <c:pt idx="594">
                  <c:v>0.16</c:v>
                </c:pt>
                <c:pt idx="595">
                  <c:v>0.16015625</c:v>
                </c:pt>
                <c:pt idx="596">
                  <c:v>0.16031280547409579</c:v>
                </c:pt>
                <c:pt idx="597">
                  <c:v>0.16046966731898238</c:v>
                </c:pt>
                <c:pt idx="598">
                  <c:v>0.16062683643486778</c:v>
                </c:pt>
                <c:pt idx="599">
                  <c:v>0.16078431372549021</c:v>
                </c:pt>
                <c:pt idx="600">
                  <c:v>0.16094210009813542</c:v>
                </c:pt>
                <c:pt idx="601">
                  <c:v>0.16110019646365423</c:v>
                </c:pt>
                <c:pt idx="602">
                  <c:v>0.16125860373647985</c:v>
                </c:pt>
                <c:pt idx="603">
                  <c:v>0.16141732283464566</c:v>
                </c:pt>
                <c:pt idx="604">
                  <c:v>0.16157635467980297</c:v>
                </c:pt>
                <c:pt idx="605">
                  <c:v>0.16173570019723865</c:v>
                </c:pt>
                <c:pt idx="606">
                  <c:v>0.16189536031589338</c:v>
                </c:pt>
                <c:pt idx="607">
                  <c:v>0.16205533596837943</c:v>
                </c:pt>
                <c:pt idx="608">
                  <c:v>0.16221562809099899</c:v>
                </c:pt>
                <c:pt idx="609">
                  <c:v>0.16237623762376238</c:v>
                </c:pt>
                <c:pt idx="610">
                  <c:v>0.16253716551040634</c:v>
                </c:pt>
                <c:pt idx="611">
                  <c:v>0.1626984126984127</c:v>
                </c:pt>
                <c:pt idx="612">
                  <c:v>0.16285998013902681</c:v>
                </c:pt>
                <c:pt idx="613">
                  <c:v>0.16302186878727634</c:v>
                </c:pt>
                <c:pt idx="614">
                  <c:v>0.16318407960199005</c:v>
                </c:pt>
                <c:pt idx="615">
                  <c:v>0.16334661354581673</c:v>
                </c:pt>
                <c:pt idx="616">
                  <c:v>0.16350947158524426</c:v>
                </c:pt>
                <c:pt idx="617">
                  <c:v>0.16367265469061876</c:v>
                </c:pt>
                <c:pt idx="618">
                  <c:v>0.16383616383616384</c:v>
                </c:pt>
                <c:pt idx="619">
                  <c:v>0.16400000000000001</c:v>
                </c:pt>
                <c:pt idx="620">
                  <c:v>0.16416416416416416</c:v>
                </c:pt>
                <c:pt idx="621">
                  <c:v>0.16432865731462926</c:v>
                </c:pt>
                <c:pt idx="622">
                  <c:v>0.16449348044132395</c:v>
                </c:pt>
                <c:pt idx="623">
                  <c:v>0.1646586345381526</c:v>
                </c:pt>
                <c:pt idx="624">
                  <c:v>0.16482412060301507</c:v>
                </c:pt>
                <c:pt idx="625">
                  <c:v>0.16498993963782696</c:v>
                </c:pt>
                <c:pt idx="626">
                  <c:v>0.16515609264853978</c:v>
                </c:pt>
                <c:pt idx="627">
                  <c:v>0.16532258064516128</c:v>
                </c:pt>
                <c:pt idx="628">
                  <c:v>0.16548940464177597</c:v>
                </c:pt>
                <c:pt idx="629">
                  <c:v>0.16565656565656567</c:v>
                </c:pt>
                <c:pt idx="630">
                  <c:v>0.16582406471183014</c:v>
                </c:pt>
                <c:pt idx="631">
                  <c:v>0.16599190283400811</c:v>
                </c:pt>
                <c:pt idx="632">
                  <c:v>0.16616008105369809</c:v>
                </c:pt>
                <c:pt idx="633">
                  <c:v>0.16632860040567951</c:v>
                </c:pt>
                <c:pt idx="634">
                  <c:v>0.166497461928934</c:v>
                </c:pt>
                <c:pt idx="635">
                  <c:v>0.16666666666666666</c:v>
                </c:pt>
                <c:pt idx="636">
                  <c:v>0.16683621566632756</c:v>
                </c:pt>
                <c:pt idx="637">
                  <c:v>0.16700610997963339</c:v>
                </c:pt>
                <c:pt idx="638">
                  <c:v>0.16717635066258921</c:v>
                </c:pt>
                <c:pt idx="639">
                  <c:v>0.16734693877551021</c:v>
                </c:pt>
                <c:pt idx="640">
                  <c:v>0.16751787538304391</c:v>
                </c:pt>
                <c:pt idx="641">
                  <c:v>0.16768916155419222</c:v>
                </c:pt>
                <c:pt idx="642">
                  <c:v>0.16786079836233367</c:v>
                </c:pt>
                <c:pt idx="643">
                  <c:v>0.16803278688524589</c:v>
                </c:pt>
                <c:pt idx="644">
                  <c:v>0.1682051282051282</c:v>
                </c:pt>
                <c:pt idx="645">
                  <c:v>0.16837782340862423</c:v>
                </c:pt>
                <c:pt idx="646">
                  <c:v>0.16855087358684481</c:v>
                </c:pt>
                <c:pt idx="647">
                  <c:v>0.16872427983539096</c:v>
                </c:pt>
                <c:pt idx="648">
                  <c:v>0.16889804325437691</c:v>
                </c:pt>
                <c:pt idx="649">
                  <c:v>0.16907216494845362</c:v>
                </c:pt>
                <c:pt idx="650">
                  <c:v>0.16924664602683179</c:v>
                </c:pt>
                <c:pt idx="651">
                  <c:v>0.16942148760330578</c:v>
                </c:pt>
                <c:pt idx="652">
                  <c:v>0.16959669079627715</c:v>
                </c:pt>
                <c:pt idx="653">
                  <c:v>0.16977225672877846</c:v>
                </c:pt>
                <c:pt idx="654">
                  <c:v>0.16994818652849741</c:v>
                </c:pt>
                <c:pt idx="655">
                  <c:v>0.17012448132780084</c:v>
                </c:pt>
                <c:pt idx="656">
                  <c:v>0.17030114226375909</c:v>
                </c:pt>
                <c:pt idx="657">
                  <c:v>0.17047817047817049</c:v>
                </c:pt>
                <c:pt idx="658">
                  <c:v>0.17065556711758584</c:v>
                </c:pt>
                <c:pt idx="659">
                  <c:v>0.17083333333333334</c:v>
                </c:pt>
                <c:pt idx="660">
                  <c:v>0.17101147028154329</c:v>
                </c:pt>
                <c:pt idx="661">
                  <c:v>0.17118997912317327</c:v>
                </c:pt>
                <c:pt idx="662">
                  <c:v>0.17136886102403345</c:v>
                </c:pt>
                <c:pt idx="663">
                  <c:v>0.17154811715481172</c:v>
                </c:pt>
                <c:pt idx="664">
                  <c:v>0.17172774869109947</c:v>
                </c:pt>
                <c:pt idx="665">
                  <c:v>0.17190775681341719</c:v>
                </c:pt>
                <c:pt idx="666">
                  <c:v>0.17208814270724029</c:v>
                </c:pt>
                <c:pt idx="667">
                  <c:v>0.17226890756302521</c:v>
                </c:pt>
                <c:pt idx="668">
                  <c:v>0.17245005257623555</c:v>
                </c:pt>
                <c:pt idx="669">
                  <c:v>0.17263157894736841</c:v>
                </c:pt>
                <c:pt idx="670">
                  <c:v>0.17281348788198103</c:v>
                </c:pt>
                <c:pt idx="671">
                  <c:v>0.1729957805907173</c:v>
                </c:pt>
                <c:pt idx="672">
                  <c:v>0.17317845828933473</c:v>
                </c:pt>
                <c:pt idx="673">
                  <c:v>0.17336152219873149</c:v>
                </c:pt>
                <c:pt idx="674">
                  <c:v>0.17354497354497356</c:v>
                </c:pt>
                <c:pt idx="675">
                  <c:v>0.17372881355932204</c:v>
                </c:pt>
                <c:pt idx="676">
                  <c:v>0.17391304347826086</c:v>
                </c:pt>
                <c:pt idx="677">
                  <c:v>0.17409766454352441</c:v>
                </c:pt>
                <c:pt idx="678">
                  <c:v>0.17428267800212541</c:v>
                </c:pt>
                <c:pt idx="679">
                  <c:v>0.17446808510638298</c:v>
                </c:pt>
                <c:pt idx="680">
                  <c:v>0.17465388711395102</c:v>
                </c:pt>
                <c:pt idx="681">
                  <c:v>0.17484008528784648</c:v>
                </c:pt>
                <c:pt idx="682">
                  <c:v>0.17502668089647813</c:v>
                </c:pt>
                <c:pt idx="683">
                  <c:v>0.1752136752136752</c:v>
                </c:pt>
                <c:pt idx="684">
                  <c:v>0.17540106951871659</c:v>
                </c:pt>
                <c:pt idx="685">
                  <c:v>0.17558886509635974</c:v>
                </c:pt>
                <c:pt idx="686">
                  <c:v>0.17577706323687031</c:v>
                </c:pt>
                <c:pt idx="687">
                  <c:v>0.17596566523605151</c:v>
                </c:pt>
                <c:pt idx="688">
                  <c:v>0.17615467239527391</c:v>
                </c:pt>
                <c:pt idx="689">
                  <c:v>0.17634408602150536</c:v>
                </c:pt>
                <c:pt idx="690">
                  <c:v>0.17653390742734124</c:v>
                </c:pt>
                <c:pt idx="691">
                  <c:v>0.17672413793103448</c:v>
                </c:pt>
                <c:pt idx="692">
                  <c:v>0.17691477885652643</c:v>
                </c:pt>
                <c:pt idx="693">
                  <c:v>0.17710583153347731</c:v>
                </c:pt>
                <c:pt idx="694">
                  <c:v>0.17729729729729729</c:v>
                </c:pt>
                <c:pt idx="695">
                  <c:v>0.1774891774891775</c:v>
                </c:pt>
                <c:pt idx="696">
                  <c:v>0.17768147345612134</c:v>
                </c:pt>
                <c:pt idx="697">
                  <c:v>0.17787418655097614</c:v>
                </c:pt>
                <c:pt idx="698">
                  <c:v>0.17806731813246471</c:v>
                </c:pt>
                <c:pt idx="699">
                  <c:v>0.17826086956521739</c:v>
                </c:pt>
                <c:pt idx="700">
                  <c:v>0.17845484221980412</c:v>
                </c:pt>
                <c:pt idx="701">
                  <c:v>0.1786492374727669</c:v>
                </c:pt>
                <c:pt idx="702">
                  <c:v>0.17884405670665213</c:v>
                </c:pt>
                <c:pt idx="703">
                  <c:v>0.17903930131004367</c:v>
                </c:pt>
                <c:pt idx="704">
                  <c:v>0.17923497267759564</c:v>
                </c:pt>
                <c:pt idx="705">
                  <c:v>0.17943107221006566</c:v>
                </c:pt>
                <c:pt idx="706">
                  <c:v>0.1796276013143483</c:v>
                </c:pt>
                <c:pt idx="707">
                  <c:v>0.17982456140350878</c:v>
                </c:pt>
                <c:pt idx="708">
                  <c:v>0.18002195389681669</c:v>
                </c:pt>
                <c:pt idx="709">
                  <c:v>0.18021978021978025</c:v>
                </c:pt>
                <c:pt idx="710">
                  <c:v>0.18041804180418039</c:v>
                </c:pt>
                <c:pt idx="711">
                  <c:v>0.18061674008810572</c:v>
                </c:pt>
                <c:pt idx="712">
                  <c:v>0.18081587651598677</c:v>
                </c:pt>
                <c:pt idx="713">
                  <c:v>0.18101545253863136</c:v>
                </c:pt>
                <c:pt idx="714">
                  <c:v>0.18121546961325968</c:v>
                </c:pt>
                <c:pt idx="715">
                  <c:v>0.18141592920353983</c:v>
                </c:pt>
                <c:pt idx="716">
                  <c:v>0.18161683277962348</c:v>
                </c:pt>
                <c:pt idx="717">
                  <c:v>0.18181818181818185</c:v>
                </c:pt>
                <c:pt idx="718">
                  <c:v>0.18201997780244172</c:v>
                </c:pt>
                <c:pt idx="719">
                  <c:v>0.18222222222222223</c:v>
                </c:pt>
                <c:pt idx="720">
                  <c:v>0.18242491657397109</c:v>
                </c:pt>
                <c:pt idx="721">
                  <c:v>0.18262806236080181</c:v>
                </c:pt>
                <c:pt idx="722">
                  <c:v>0.18283166109253063</c:v>
                </c:pt>
                <c:pt idx="723">
                  <c:v>0.18303571428571427</c:v>
                </c:pt>
                <c:pt idx="724">
                  <c:v>0.18324022346368715</c:v>
                </c:pt>
                <c:pt idx="725">
                  <c:v>0.18344519015659955</c:v>
                </c:pt>
                <c:pt idx="726">
                  <c:v>0.18365061590145576</c:v>
                </c:pt>
                <c:pt idx="727">
                  <c:v>0.18385650224215247</c:v>
                </c:pt>
                <c:pt idx="728">
                  <c:v>0.18406285072951739</c:v>
                </c:pt>
                <c:pt idx="729">
                  <c:v>0.1842696629213483</c:v>
                </c:pt>
                <c:pt idx="730">
                  <c:v>0.18447694038245219</c:v>
                </c:pt>
                <c:pt idx="731">
                  <c:v>0.18468468468468469</c:v>
                </c:pt>
                <c:pt idx="732">
                  <c:v>0.18489289740698983</c:v>
                </c:pt>
                <c:pt idx="733">
                  <c:v>0.18510158013544015</c:v>
                </c:pt>
                <c:pt idx="734">
                  <c:v>0.18531073446327684</c:v>
                </c:pt>
                <c:pt idx="735">
                  <c:v>0.18552036199095023</c:v>
                </c:pt>
                <c:pt idx="736">
                  <c:v>0.1857304643261608</c:v>
                </c:pt>
                <c:pt idx="737">
                  <c:v>0.18594104308390025</c:v>
                </c:pt>
                <c:pt idx="738">
                  <c:v>0.18615209988649264</c:v>
                </c:pt>
                <c:pt idx="739">
                  <c:v>0.18636363636363637</c:v>
                </c:pt>
                <c:pt idx="740">
                  <c:v>0.18657565415244595</c:v>
                </c:pt>
                <c:pt idx="741">
                  <c:v>0.18678815489749431</c:v>
                </c:pt>
                <c:pt idx="742">
                  <c:v>0.18700114025085521</c:v>
                </c:pt>
                <c:pt idx="743">
                  <c:v>0.18721461187214611</c:v>
                </c:pt>
                <c:pt idx="744">
                  <c:v>0.18742857142857144</c:v>
                </c:pt>
                <c:pt idx="745">
                  <c:v>0.18764302059496568</c:v>
                </c:pt>
                <c:pt idx="746">
                  <c:v>0.18785796105383737</c:v>
                </c:pt>
                <c:pt idx="747">
                  <c:v>0.18807339449541283</c:v>
                </c:pt>
                <c:pt idx="748">
                  <c:v>0.18828932261768083</c:v>
                </c:pt>
                <c:pt idx="749">
                  <c:v>0.18850574712643681</c:v>
                </c:pt>
                <c:pt idx="750">
                  <c:v>0.18872266973532795</c:v>
                </c:pt>
                <c:pt idx="751">
                  <c:v>0.1889400921658986</c:v>
                </c:pt>
                <c:pt idx="752">
                  <c:v>0.18915801614763553</c:v>
                </c:pt>
                <c:pt idx="753">
                  <c:v>0.18937644341801385</c:v>
                </c:pt>
                <c:pt idx="754">
                  <c:v>0.18959537572254337</c:v>
                </c:pt>
                <c:pt idx="755">
                  <c:v>0.18981481481481485</c:v>
                </c:pt>
                <c:pt idx="756">
                  <c:v>0.19003476245654696</c:v>
                </c:pt>
                <c:pt idx="757">
                  <c:v>0.1902552204176334</c:v>
                </c:pt>
                <c:pt idx="758">
                  <c:v>0.19047619047619049</c:v>
                </c:pt>
                <c:pt idx="759">
                  <c:v>0.19069767441860463</c:v>
                </c:pt>
                <c:pt idx="760">
                  <c:v>0.19091967403958091</c:v>
                </c:pt>
                <c:pt idx="761">
                  <c:v>0.19114219114219111</c:v>
                </c:pt>
                <c:pt idx="762">
                  <c:v>0.19136522753792296</c:v>
                </c:pt>
                <c:pt idx="763">
                  <c:v>0.19158878504672897</c:v>
                </c:pt>
                <c:pt idx="764">
                  <c:v>0.19181286549707599</c:v>
                </c:pt>
                <c:pt idx="765">
                  <c:v>0.19203747072599531</c:v>
                </c:pt>
                <c:pt idx="766">
                  <c:v>0.19226260257913247</c:v>
                </c:pt>
                <c:pt idx="767">
                  <c:v>0.19248826291079812</c:v>
                </c:pt>
                <c:pt idx="768">
                  <c:v>0.19271445358401881</c:v>
                </c:pt>
                <c:pt idx="769">
                  <c:v>0.19294117647058823</c:v>
                </c:pt>
                <c:pt idx="770">
                  <c:v>0.19316843345111895</c:v>
                </c:pt>
                <c:pt idx="771">
                  <c:v>0.19339622641509435</c:v>
                </c:pt>
                <c:pt idx="772">
                  <c:v>0.1936245572609209</c:v>
                </c:pt>
                <c:pt idx="773">
                  <c:v>0.19385342789598109</c:v>
                </c:pt>
                <c:pt idx="774">
                  <c:v>0.1940828402366864</c:v>
                </c:pt>
                <c:pt idx="775">
                  <c:v>0.19431279620853081</c:v>
                </c:pt>
                <c:pt idx="776">
                  <c:v>0.19454329774614473</c:v>
                </c:pt>
                <c:pt idx="777">
                  <c:v>0.19477434679334921</c:v>
                </c:pt>
                <c:pt idx="778">
                  <c:v>0.19500594530321047</c:v>
                </c:pt>
                <c:pt idx="779">
                  <c:v>0.19523809523809524</c:v>
                </c:pt>
                <c:pt idx="780">
                  <c:v>0.19547079856972585</c:v>
                </c:pt>
                <c:pt idx="781">
                  <c:v>0.19570405727923629</c:v>
                </c:pt>
                <c:pt idx="782">
                  <c:v>0.1959378733572282</c:v>
                </c:pt>
                <c:pt idx="783">
                  <c:v>0.19617224880382775</c:v>
                </c:pt>
                <c:pt idx="784">
                  <c:v>0.19640718562874251</c:v>
                </c:pt>
                <c:pt idx="785">
                  <c:v>0.19664268585131897</c:v>
                </c:pt>
                <c:pt idx="786">
                  <c:v>0.19687875150060025</c:v>
                </c:pt>
                <c:pt idx="787">
                  <c:v>0.19711538461538461</c:v>
                </c:pt>
                <c:pt idx="788">
                  <c:v>0.19735258724428401</c:v>
                </c:pt>
                <c:pt idx="789">
                  <c:v>0.19759036144578312</c:v>
                </c:pt>
                <c:pt idx="790">
                  <c:v>0.19782870928829915</c:v>
                </c:pt>
                <c:pt idx="791">
                  <c:v>0.19806763285024151</c:v>
                </c:pt>
                <c:pt idx="792">
                  <c:v>0.19830713422007257</c:v>
                </c:pt>
                <c:pt idx="793">
                  <c:v>0.19854721549636803</c:v>
                </c:pt>
                <c:pt idx="794">
                  <c:v>0.19878787878787879</c:v>
                </c:pt>
                <c:pt idx="795">
                  <c:v>0.19902912621359223</c:v>
                </c:pt>
                <c:pt idx="796">
                  <c:v>0.19927095990279464</c:v>
                </c:pt>
                <c:pt idx="797">
                  <c:v>0.19951338199513385</c:v>
                </c:pt>
                <c:pt idx="798">
                  <c:v>0.19975639464068209</c:v>
                </c:pt>
                <c:pt idx="799">
                  <c:v>0.2</c:v>
                </c:pt>
                <c:pt idx="800">
                  <c:v>0.20024420024420023</c:v>
                </c:pt>
                <c:pt idx="801">
                  <c:v>0.20048899755501223</c:v>
                </c:pt>
                <c:pt idx="802">
                  <c:v>0.200734394124847</c:v>
                </c:pt>
                <c:pt idx="803">
                  <c:v>0.20098039215686275</c:v>
                </c:pt>
                <c:pt idx="804">
                  <c:v>0.20122699386503068</c:v>
                </c:pt>
                <c:pt idx="805">
                  <c:v>0.20147420147420148</c:v>
                </c:pt>
                <c:pt idx="806">
                  <c:v>0.20172201722017219</c:v>
                </c:pt>
                <c:pt idx="807">
                  <c:v>0.2019704433497537</c:v>
                </c:pt>
                <c:pt idx="808">
                  <c:v>0.20221948212083848</c:v>
                </c:pt>
                <c:pt idx="809">
                  <c:v>0.20246913580246911</c:v>
                </c:pt>
                <c:pt idx="810">
                  <c:v>0.20271940667490729</c:v>
                </c:pt>
                <c:pt idx="811">
                  <c:v>0.20297029702970296</c:v>
                </c:pt>
                <c:pt idx="812">
                  <c:v>0.20322180916976457</c:v>
                </c:pt>
                <c:pt idx="813">
                  <c:v>0.20347394540942929</c:v>
                </c:pt>
                <c:pt idx="814">
                  <c:v>0.20372670807453416</c:v>
                </c:pt>
                <c:pt idx="815">
                  <c:v>0.20398009950248755</c:v>
                </c:pt>
                <c:pt idx="816">
                  <c:v>0.20423412204234123</c:v>
                </c:pt>
                <c:pt idx="817">
                  <c:v>0.20448877805486285</c:v>
                </c:pt>
                <c:pt idx="818">
                  <c:v>0.20474406991260924</c:v>
                </c:pt>
                <c:pt idx="819">
                  <c:v>0.20499999999999999</c:v>
                </c:pt>
                <c:pt idx="820">
                  <c:v>0.20525657071339173</c:v>
                </c:pt>
                <c:pt idx="821">
                  <c:v>0.20551378446115287</c:v>
                </c:pt>
                <c:pt idx="822">
                  <c:v>0.20577164366373901</c:v>
                </c:pt>
                <c:pt idx="823">
                  <c:v>0.20603015075376885</c:v>
                </c:pt>
                <c:pt idx="824">
                  <c:v>0.20628930817610064</c:v>
                </c:pt>
                <c:pt idx="825">
                  <c:v>0.20654911838790932</c:v>
                </c:pt>
                <c:pt idx="826">
                  <c:v>0.20680958385876419</c:v>
                </c:pt>
                <c:pt idx="827">
                  <c:v>0.20707070707070707</c:v>
                </c:pt>
                <c:pt idx="828">
                  <c:v>0.20733249051833119</c:v>
                </c:pt>
                <c:pt idx="829">
                  <c:v>0.20759493670886076</c:v>
                </c:pt>
                <c:pt idx="830">
                  <c:v>0.20785804816223064</c:v>
                </c:pt>
                <c:pt idx="831">
                  <c:v>0.20812182741116753</c:v>
                </c:pt>
                <c:pt idx="832">
                  <c:v>0.20838627700127063</c:v>
                </c:pt>
                <c:pt idx="833">
                  <c:v>0.20865139949109415</c:v>
                </c:pt>
                <c:pt idx="834">
                  <c:v>0.20891719745222931</c:v>
                </c:pt>
                <c:pt idx="835">
                  <c:v>0.20918367346938777</c:v>
                </c:pt>
                <c:pt idx="836">
                  <c:v>0.20945083014048532</c:v>
                </c:pt>
                <c:pt idx="837">
                  <c:v>0.20971867007672632</c:v>
                </c:pt>
                <c:pt idx="838">
                  <c:v>0.20998719590268888</c:v>
                </c:pt>
                <c:pt idx="839">
                  <c:v>0.21025641025641023</c:v>
                </c:pt>
                <c:pt idx="840">
                  <c:v>0.21052631578947367</c:v>
                </c:pt>
                <c:pt idx="841">
                  <c:v>0.21079691516709512</c:v>
                </c:pt>
                <c:pt idx="842">
                  <c:v>0.21106821106821108</c:v>
                </c:pt>
                <c:pt idx="843">
                  <c:v>0.21134020618556701</c:v>
                </c:pt>
                <c:pt idx="844">
                  <c:v>0.21161290322580645</c:v>
                </c:pt>
                <c:pt idx="845">
                  <c:v>0.21188630490956073</c:v>
                </c:pt>
                <c:pt idx="846">
                  <c:v>0.21216041397153945</c:v>
                </c:pt>
                <c:pt idx="847">
                  <c:v>0.21243523316062177</c:v>
                </c:pt>
                <c:pt idx="848">
                  <c:v>0.21271076523994811</c:v>
                </c:pt>
                <c:pt idx="849">
                  <c:v>0.21298701298701295</c:v>
                </c:pt>
                <c:pt idx="850">
                  <c:v>0.21326397919375817</c:v>
                </c:pt>
                <c:pt idx="851">
                  <c:v>0.21354166666666663</c:v>
                </c:pt>
                <c:pt idx="852">
                  <c:v>0.21382007822685789</c:v>
                </c:pt>
                <c:pt idx="853">
                  <c:v>0.21409921671018275</c:v>
                </c:pt>
                <c:pt idx="854">
                  <c:v>0.21437908496732025</c:v>
                </c:pt>
                <c:pt idx="855">
                  <c:v>0.21465968586387435</c:v>
                </c:pt>
                <c:pt idx="856">
                  <c:v>0.21494102228047185</c:v>
                </c:pt>
                <c:pt idx="857">
                  <c:v>0.21522309711286089</c:v>
                </c:pt>
                <c:pt idx="858">
                  <c:v>0.21550591327201052</c:v>
                </c:pt>
                <c:pt idx="859">
                  <c:v>0.21578947368421053</c:v>
                </c:pt>
                <c:pt idx="860">
                  <c:v>0.21607378129117261</c:v>
                </c:pt>
                <c:pt idx="861">
                  <c:v>0.21635883905013192</c:v>
                </c:pt>
                <c:pt idx="862">
                  <c:v>0.2166446499339498</c:v>
                </c:pt>
                <c:pt idx="863">
                  <c:v>0.21693121693121692</c:v>
                </c:pt>
                <c:pt idx="864">
                  <c:v>0.21721854304635765</c:v>
                </c:pt>
                <c:pt idx="865">
                  <c:v>0.21750663129973472</c:v>
                </c:pt>
                <c:pt idx="866">
                  <c:v>0.21779548472775564</c:v>
                </c:pt>
                <c:pt idx="867">
                  <c:v>0.21808510638297873</c:v>
                </c:pt>
                <c:pt idx="868">
                  <c:v>0.21837549933422104</c:v>
                </c:pt>
                <c:pt idx="869">
                  <c:v>0.21866666666666668</c:v>
                </c:pt>
                <c:pt idx="870">
                  <c:v>0.21895861148197596</c:v>
                </c:pt>
                <c:pt idx="871">
                  <c:v>0.21925133689839571</c:v>
                </c:pt>
                <c:pt idx="872">
                  <c:v>0.21954484605087016</c:v>
                </c:pt>
                <c:pt idx="873">
                  <c:v>0.21983914209115279</c:v>
                </c:pt>
                <c:pt idx="874">
                  <c:v>0.22013422818791947</c:v>
                </c:pt>
                <c:pt idx="875">
                  <c:v>0.22043010752688172</c:v>
                </c:pt>
                <c:pt idx="876">
                  <c:v>0.22072678331090176</c:v>
                </c:pt>
                <c:pt idx="877">
                  <c:v>0.22102425876010781</c:v>
                </c:pt>
                <c:pt idx="878">
                  <c:v>0.2213225371120108</c:v>
                </c:pt>
                <c:pt idx="879">
                  <c:v>0.22162162162162163</c:v>
                </c:pt>
                <c:pt idx="880">
                  <c:v>0.22192151556156969</c:v>
                </c:pt>
                <c:pt idx="881">
                  <c:v>0.22222222222222221</c:v>
                </c:pt>
                <c:pt idx="882">
                  <c:v>0.2225237449118046</c:v>
                </c:pt>
                <c:pt idx="883">
                  <c:v>0.22282608695652173</c:v>
                </c:pt>
                <c:pt idx="884">
                  <c:v>0.22312925170068024</c:v>
                </c:pt>
                <c:pt idx="885">
                  <c:v>0.22343324250681201</c:v>
                </c:pt>
                <c:pt idx="886">
                  <c:v>0.22373806275579808</c:v>
                </c:pt>
                <c:pt idx="887">
                  <c:v>0.22404371584699451</c:v>
                </c:pt>
                <c:pt idx="888">
                  <c:v>0.22435020519835841</c:v>
                </c:pt>
                <c:pt idx="889">
                  <c:v>0.22465753424657536</c:v>
                </c:pt>
                <c:pt idx="890">
                  <c:v>0.22496570644718791</c:v>
                </c:pt>
                <c:pt idx="891">
                  <c:v>0.22527472527472528</c:v>
                </c:pt>
                <c:pt idx="892">
                  <c:v>0.22558459422283356</c:v>
                </c:pt>
                <c:pt idx="893">
                  <c:v>0.22589531680440772</c:v>
                </c:pt>
                <c:pt idx="894">
                  <c:v>0.22620689655172413</c:v>
                </c:pt>
                <c:pt idx="895">
                  <c:v>0.22651933701657459</c:v>
                </c:pt>
                <c:pt idx="896">
                  <c:v>0.22683264177040111</c:v>
                </c:pt>
                <c:pt idx="897">
                  <c:v>0.22714681440443213</c:v>
                </c:pt>
                <c:pt idx="898">
                  <c:v>0.2274618585298197</c:v>
                </c:pt>
                <c:pt idx="899">
                  <c:v>0.22777777777777777</c:v>
                </c:pt>
                <c:pt idx="900">
                  <c:v>0.22809457579972184</c:v>
                </c:pt>
                <c:pt idx="901">
                  <c:v>0.22841225626740944</c:v>
                </c:pt>
                <c:pt idx="902">
                  <c:v>0.22873082287308227</c:v>
                </c:pt>
                <c:pt idx="903">
                  <c:v>0.22905027932960895</c:v>
                </c:pt>
                <c:pt idx="904">
                  <c:v>0.22937062937062935</c:v>
                </c:pt>
                <c:pt idx="905">
                  <c:v>0.22969187675070027</c:v>
                </c:pt>
                <c:pt idx="906">
                  <c:v>0.23001402524544179</c:v>
                </c:pt>
                <c:pt idx="907">
                  <c:v>0.2303370786516854</c:v>
                </c:pt>
                <c:pt idx="908">
                  <c:v>0.23066104078762303</c:v>
                </c:pt>
                <c:pt idx="909">
                  <c:v>0.23098591549295777</c:v>
                </c:pt>
                <c:pt idx="910">
                  <c:v>0.23131170662905501</c:v>
                </c:pt>
                <c:pt idx="911">
                  <c:v>0.23163841807909605</c:v>
                </c:pt>
                <c:pt idx="912">
                  <c:v>0.23196605374823195</c:v>
                </c:pt>
                <c:pt idx="913">
                  <c:v>0.23229461756373937</c:v>
                </c:pt>
                <c:pt idx="914">
                  <c:v>0.23262411347517731</c:v>
                </c:pt>
                <c:pt idx="915">
                  <c:v>0.23295454545454544</c:v>
                </c:pt>
                <c:pt idx="916">
                  <c:v>0.23328591749644381</c:v>
                </c:pt>
                <c:pt idx="917">
                  <c:v>0.23361823361823361</c:v>
                </c:pt>
                <c:pt idx="918">
                  <c:v>0.23395149786019973</c:v>
                </c:pt>
                <c:pt idx="919">
                  <c:v>0.23428571428571429</c:v>
                </c:pt>
                <c:pt idx="920">
                  <c:v>0.23462088698140199</c:v>
                </c:pt>
                <c:pt idx="921">
                  <c:v>0.23495702005730659</c:v>
                </c:pt>
                <c:pt idx="922">
                  <c:v>0.23529411764705879</c:v>
                </c:pt>
                <c:pt idx="923">
                  <c:v>0.23563218390804597</c:v>
                </c:pt>
                <c:pt idx="924">
                  <c:v>0.23597122302158272</c:v>
                </c:pt>
                <c:pt idx="925">
                  <c:v>0.23631123919308361</c:v>
                </c:pt>
                <c:pt idx="926">
                  <c:v>0.23665223665223664</c:v>
                </c:pt>
                <c:pt idx="927">
                  <c:v>0.23699421965317921</c:v>
                </c:pt>
                <c:pt idx="928">
                  <c:v>0.23733719247467441</c:v>
                </c:pt>
                <c:pt idx="929">
                  <c:v>0.23768115942028983</c:v>
                </c:pt>
                <c:pt idx="930">
                  <c:v>0.23802612481857768</c:v>
                </c:pt>
                <c:pt idx="931">
                  <c:v>0.23837209302325585</c:v>
                </c:pt>
                <c:pt idx="932">
                  <c:v>0.23871906841339155</c:v>
                </c:pt>
                <c:pt idx="933">
                  <c:v>0.239067055393586</c:v>
                </c:pt>
                <c:pt idx="934">
                  <c:v>0.23941605839416055</c:v>
                </c:pt>
                <c:pt idx="935">
                  <c:v>0.23976608187134504</c:v>
                </c:pt>
                <c:pt idx="936">
                  <c:v>0.24011713030746704</c:v>
                </c:pt>
                <c:pt idx="937">
                  <c:v>0.2404692082111437</c:v>
                </c:pt>
                <c:pt idx="938">
                  <c:v>0.24082232011747431</c:v>
                </c:pt>
                <c:pt idx="939">
                  <c:v>0.2411764705882353</c:v>
                </c:pt>
                <c:pt idx="940">
                  <c:v>0.24153166421207661</c:v>
                </c:pt>
                <c:pt idx="941">
                  <c:v>0.24188790560471976</c:v>
                </c:pt>
                <c:pt idx="942">
                  <c:v>0.24224519940915809</c:v>
                </c:pt>
                <c:pt idx="943">
                  <c:v>0.24260355029585801</c:v>
                </c:pt>
                <c:pt idx="944">
                  <c:v>0.24296296296296296</c:v>
                </c:pt>
                <c:pt idx="945">
                  <c:v>0.24332344213649851</c:v>
                </c:pt>
                <c:pt idx="946">
                  <c:v>0.24368499257057949</c:v>
                </c:pt>
                <c:pt idx="947">
                  <c:v>0.24404761904761904</c:v>
                </c:pt>
                <c:pt idx="948">
                  <c:v>0.24441132637853949</c:v>
                </c:pt>
                <c:pt idx="949">
                  <c:v>0.24477611940298508</c:v>
                </c:pt>
                <c:pt idx="950">
                  <c:v>0.24514200298953664</c:v>
                </c:pt>
                <c:pt idx="951">
                  <c:v>0.24550898203592816</c:v>
                </c:pt>
                <c:pt idx="952">
                  <c:v>0.24587706146926536</c:v>
                </c:pt>
                <c:pt idx="953">
                  <c:v>0.24624624624624625</c:v>
                </c:pt>
                <c:pt idx="954">
                  <c:v>0.24661654135338343</c:v>
                </c:pt>
                <c:pt idx="955">
                  <c:v>0.24698795180722891</c:v>
                </c:pt>
                <c:pt idx="956">
                  <c:v>0.24736048265460031</c:v>
                </c:pt>
                <c:pt idx="957">
                  <c:v>0.24773413897280969</c:v>
                </c:pt>
                <c:pt idx="958">
                  <c:v>0.24810892586989411</c:v>
                </c:pt>
                <c:pt idx="959">
                  <c:v>0.24848484848484848</c:v>
                </c:pt>
                <c:pt idx="960">
                  <c:v>0.2488619119878604</c:v>
                </c:pt>
                <c:pt idx="961">
                  <c:v>0.24924012158054712</c:v>
                </c:pt>
                <c:pt idx="962">
                  <c:v>0.24961948249619481</c:v>
                </c:pt>
                <c:pt idx="963">
                  <c:v>0.25</c:v>
                </c:pt>
                <c:pt idx="964">
                  <c:v>0.25038167938931299</c:v>
                </c:pt>
                <c:pt idx="965">
                  <c:v>0.25076452599388377</c:v>
                </c:pt>
                <c:pt idx="966">
                  <c:v>0.25114854517611024</c:v>
                </c:pt>
                <c:pt idx="967">
                  <c:v>0.25153374233128833</c:v>
                </c:pt>
                <c:pt idx="968">
                  <c:v>0.25192012288786481</c:v>
                </c:pt>
                <c:pt idx="969">
                  <c:v>0.25230769230769229</c:v>
                </c:pt>
                <c:pt idx="970">
                  <c:v>0.2526964560862866</c:v>
                </c:pt>
                <c:pt idx="971">
                  <c:v>0.25308641975308643</c:v>
                </c:pt>
                <c:pt idx="972">
                  <c:v>0.25347758887171562</c:v>
                </c:pt>
                <c:pt idx="973">
                  <c:v>0.25386996904024767</c:v>
                </c:pt>
                <c:pt idx="974">
                  <c:v>0.25426356589147286</c:v>
                </c:pt>
                <c:pt idx="975">
                  <c:v>0.25465838509316768</c:v>
                </c:pt>
                <c:pt idx="976">
                  <c:v>0.25505443234836706</c:v>
                </c:pt>
                <c:pt idx="977">
                  <c:v>0.2554517133956386</c:v>
                </c:pt>
                <c:pt idx="978">
                  <c:v>0.25585023400936036</c:v>
                </c:pt>
                <c:pt idx="979">
                  <c:v>0.25624999999999998</c:v>
                </c:pt>
                <c:pt idx="980">
                  <c:v>0.25665101721439748</c:v>
                </c:pt>
                <c:pt idx="981">
                  <c:v>0.25705329153605017</c:v>
                </c:pt>
                <c:pt idx="982">
                  <c:v>0.25745682888540034</c:v>
                </c:pt>
                <c:pt idx="983">
                  <c:v>0.25786163522012578</c:v>
                </c:pt>
                <c:pt idx="984">
                  <c:v>0.25826771653543307</c:v>
                </c:pt>
                <c:pt idx="985">
                  <c:v>0.25867507886435331</c:v>
                </c:pt>
                <c:pt idx="986">
                  <c:v>0.25908372827804105</c:v>
                </c:pt>
                <c:pt idx="987">
                  <c:v>0.25949367088607594</c:v>
                </c:pt>
                <c:pt idx="988">
                  <c:v>0.25990491283676703</c:v>
                </c:pt>
                <c:pt idx="989">
                  <c:v>0.26031746031746034</c:v>
                </c:pt>
                <c:pt idx="990">
                  <c:v>0.26073131955484896</c:v>
                </c:pt>
                <c:pt idx="991">
                  <c:v>0.26114649681528662</c:v>
                </c:pt>
                <c:pt idx="992">
                  <c:v>0.26156299840510366</c:v>
                </c:pt>
                <c:pt idx="993">
                  <c:v>0.26198083067092653</c:v>
                </c:pt>
                <c:pt idx="994">
                  <c:v>0.26240000000000002</c:v>
                </c:pt>
                <c:pt idx="995">
                  <c:v>0.26282051282051283</c:v>
                </c:pt>
                <c:pt idx="996">
                  <c:v>0.26324237560192615</c:v>
                </c:pt>
                <c:pt idx="997">
                  <c:v>0.26366559485530544</c:v>
                </c:pt>
                <c:pt idx="998">
                  <c:v>0.2640901771336554</c:v>
                </c:pt>
                <c:pt idx="999">
                  <c:v>0.26451612903225807</c:v>
                </c:pt>
                <c:pt idx="1000">
                  <c:v>0.26494345718901452</c:v>
                </c:pt>
                <c:pt idx="1001">
                  <c:v>0.26537216828478966</c:v>
                </c:pt>
                <c:pt idx="1002">
                  <c:v>0.26580226904376014</c:v>
                </c:pt>
                <c:pt idx="1003">
                  <c:v>0.26623376623376621</c:v>
                </c:pt>
                <c:pt idx="1004">
                  <c:v>0.26666666666666666</c:v>
                </c:pt>
                <c:pt idx="1005">
                  <c:v>0.26710097719869708</c:v>
                </c:pt>
                <c:pt idx="1006">
                  <c:v>0.26753670473083196</c:v>
                </c:pt>
                <c:pt idx="1007">
                  <c:v>0.26797385620915032</c:v>
                </c:pt>
                <c:pt idx="1008">
                  <c:v>0.26841243862520459</c:v>
                </c:pt>
                <c:pt idx="1009">
                  <c:v>0.26885245901639343</c:v>
                </c:pt>
                <c:pt idx="1010">
                  <c:v>0.26929392446633826</c:v>
                </c:pt>
                <c:pt idx="1011">
                  <c:v>0.26973684210526316</c:v>
                </c:pt>
                <c:pt idx="1012">
                  <c:v>0.2701812191103789</c:v>
                </c:pt>
                <c:pt idx="1013">
                  <c:v>0.27062706270627063</c:v>
                </c:pt>
                <c:pt idx="1014">
                  <c:v>0.27107438016528923</c:v>
                </c:pt>
                <c:pt idx="1015">
                  <c:v>0.27152317880794702</c:v>
                </c:pt>
                <c:pt idx="1016">
                  <c:v>0.27197346600331673</c:v>
                </c:pt>
                <c:pt idx="1017">
                  <c:v>0.27242524916943522</c:v>
                </c:pt>
                <c:pt idx="1018">
                  <c:v>0.27287853577371046</c:v>
                </c:pt>
                <c:pt idx="1019">
                  <c:v>0.27333333333333332</c:v>
                </c:pt>
                <c:pt idx="1020">
                  <c:v>0.27378964941569284</c:v>
                </c:pt>
                <c:pt idx="1021">
                  <c:v>0.27424749163879597</c:v>
                </c:pt>
                <c:pt idx="1022">
                  <c:v>0.27470686767169178</c:v>
                </c:pt>
                <c:pt idx="1023">
                  <c:v>0.27516778523489932</c:v>
                </c:pt>
                <c:pt idx="1024">
                  <c:v>0.27563025210084036</c:v>
                </c:pt>
                <c:pt idx="1025">
                  <c:v>0.27609427609427611</c:v>
                </c:pt>
                <c:pt idx="1026">
                  <c:v>0.27655986509274871</c:v>
                </c:pt>
                <c:pt idx="1027">
                  <c:v>0.27702702702702703</c:v>
                </c:pt>
                <c:pt idx="1028">
                  <c:v>0.27749576988155666</c:v>
                </c:pt>
                <c:pt idx="1029">
                  <c:v>0.27796610169491526</c:v>
                </c:pt>
                <c:pt idx="1030">
                  <c:v>0.27843803056027167</c:v>
                </c:pt>
                <c:pt idx="1031">
                  <c:v>0.27891156462585032</c:v>
                </c:pt>
                <c:pt idx="1032">
                  <c:v>0.27938671209540034</c:v>
                </c:pt>
                <c:pt idx="1033">
                  <c:v>0.27986348122866894</c:v>
                </c:pt>
                <c:pt idx="1034">
                  <c:v>0.28034188034188035</c:v>
                </c:pt>
                <c:pt idx="1035">
                  <c:v>0.28082191780821919</c:v>
                </c:pt>
                <c:pt idx="1036">
                  <c:v>0.28130360205831906</c:v>
                </c:pt>
                <c:pt idx="1037">
                  <c:v>0.28178694158075601</c:v>
                </c:pt>
                <c:pt idx="1038">
                  <c:v>0.28227194492254731</c:v>
                </c:pt>
                <c:pt idx="1039">
                  <c:v>0.28275862068965518</c:v>
                </c:pt>
                <c:pt idx="1040">
                  <c:v>0.28324697754749567</c:v>
                </c:pt>
                <c:pt idx="1041">
                  <c:v>0.2837370242214533</c:v>
                </c:pt>
                <c:pt idx="1042">
                  <c:v>0.28422876949740034</c:v>
                </c:pt>
                <c:pt idx="1043">
                  <c:v>0.28472222222222221</c:v>
                </c:pt>
                <c:pt idx="1044">
                  <c:v>0.28521739130434781</c:v>
                </c:pt>
                <c:pt idx="1045">
                  <c:v>0.2857142857142857</c:v>
                </c:pt>
                <c:pt idx="1046">
                  <c:v>0.28621291448516578</c:v>
                </c:pt>
                <c:pt idx="1047">
                  <c:v>0.28671328671328672</c:v>
                </c:pt>
                <c:pt idx="1048">
                  <c:v>0.28721541155866898</c:v>
                </c:pt>
                <c:pt idx="1049">
                  <c:v>0.28771929824561404</c:v>
                </c:pt>
                <c:pt idx="1050">
                  <c:v>0.28822495606326887</c:v>
                </c:pt>
                <c:pt idx="1051">
                  <c:v>0.28873239436619719</c:v>
                </c:pt>
                <c:pt idx="1052">
                  <c:v>0.28924162257495589</c:v>
                </c:pt>
                <c:pt idx="1053">
                  <c:v>0.28975265017667845</c:v>
                </c:pt>
                <c:pt idx="1054">
                  <c:v>0.29026548672566371</c:v>
                </c:pt>
                <c:pt idx="1055">
                  <c:v>0.29078014184397161</c:v>
                </c:pt>
                <c:pt idx="1056">
                  <c:v>0.29129662522202487</c:v>
                </c:pt>
                <c:pt idx="1057">
                  <c:v>0.29181494661921709</c:v>
                </c:pt>
                <c:pt idx="1058">
                  <c:v>0.29233511586452765</c:v>
                </c:pt>
                <c:pt idx="1059">
                  <c:v>0.29285714285714287</c:v>
                </c:pt>
                <c:pt idx="1060">
                  <c:v>0.29338103756708406</c:v>
                </c:pt>
                <c:pt idx="1061">
                  <c:v>0.29390681003584229</c:v>
                </c:pt>
                <c:pt idx="1062">
                  <c:v>0.29443447037701975</c:v>
                </c:pt>
                <c:pt idx="1063">
                  <c:v>0.29496402877697842</c:v>
                </c:pt>
                <c:pt idx="1064">
                  <c:v>0.29549549549549547</c:v>
                </c:pt>
                <c:pt idx="1065">
                  <c:v>0.29602888086642598</c:v>
                </c:pt>
                <c:pt idx="1066">
                  <c:v>0.29656419529837252</c:v>
                </c:pt>
                <c:pt idx="1067">
                  <c:v>0.29710144927536231</c:v>
                </c:pt>
                <c:pt idx="1068">
                  <c:v>0.29764065335753176</c:v>
                </c:pt>
                <c:pt idx="1069">
                  <c:v>0.29818181818181816</c:v>
                </c:pt>
                <c:pt idx="1070">
                  <c:v>0.2987249544626594</c:v>
                </c:pt>
                <c:pt idx="1071">
                  <c:v>0.29927007299270075</c:v>
                </c:pt>
                <c:pt idx="1072">
                  <c:v>0.29981718464351004</c:v>
                </c:pt>
                <c:pt idx="1073">
                  <c:v>0.30036630036630035</c:v>
                </c:pt>
                <c:pt idx="1074">
                  <c:v>0.30091743119266057</c:v>
                </c:pt>
                <c:pt idx="1075">
                  <c:v>0.3014705882352941</c:v>
                </c:pt>
                <c:pt idx="1076">
                  <c:v>0.30202578268876612</c:v>
                </c:pt>
                <c:pt idx="1077">
                  <c:v>0.30258302583025831</c:v>
                </c:pt>
                <c:pt idx="1078">
                  <c:v>0.30314232902033272</c:v>
                </c:pt>
                <c:pt idx="1079">
                  <c:v>0.3037037037037037</c:v>
                </c:pt>
                <c:pt idx="1080">
                  <c:v>0.30426716141001853</c:v>
                </c:pt>
                <c:pt idx="1081">
                  <c:v>0.30483271375464682</c:v>
                </c:pt>
                <c:pt idx="1082">
                  <c:v>0.3054003724394786</c:v>
                </c:pt>
                <c:pt idx="1083">
                  <c:v>0.30597014925373134</c:v>
                </c:pt>
                <c:pt idx="1084">
                  <c:v>0.30654205607476637</c:v>
                </c:pt>
                <c:pt idx="1085">
                  <c:v>0.30711610486891383</c:v>
                </c:pt>
                <c:pt idx="1086">
                  <c:v>0.30769230769230771</c:v>
                </c:pt>
                <c:pt idx="1087">
                  <c:v>0.30827067669172931</c:v>
                </c:pt>
                <c:pt idx="1088">
                  <c:v>0.3088512241054614</c:v>
                </c:pt>
                <c:pt idx="1089">
                  <c:v>0.30943396226415093</c:v>
                </c:pt>
                <c:pt idx="1090">
                  <c:v>0.31001890359168244</c:v>
                </c:pt>
                <c:pt idx="1091">
                  <c:v>0.31060606060606061</c:v>
                </c:pt>
                <c:pt idx="1092">
                  <c:v>0.31119544592030363</c:v>
                </c:pt>
                <c:pt idx="1093">
                  <c:v>0.31178707224334601</c:v>
                </c:pt>
                <c:pt idx="1094">
                  <c:v>0.31238095238095237</c:v>
                </c:pt>
                <c:pt idx="1095">
                  <c:v>0.31297709923664124</c:v>
                </c:pt>
                <c:pt idx="1096">
                  <c:v>0.31357552581261949</c:v>
                </c:pt>
                <c:pt idx="1097">
                  <c:v>0.31417624521072796</c:v>
                </c:pt>
                <c:pt idx="1098">
                  <c:v>0.31477927063339733</c:v>
                </c:pt>
                <c:pt idx="1099">
                  <c:v>0.31538461538461537</c:v>
                </c:pt>
                <c:pt idx="1100">
                  <c:v>0.31599229287090558</c:v>
                </c:pt>
                <c:pt idx="1101">
                  <c:v>0.31660231660231658</c:v>
                </c:pt>
                <c:pt idx="1102">
                  <c:v>0.31721470019342357</c:v>
                </c:pt>
                <c:pt idx="1103">
                  <c:v>0.31782945736434109</c:v>
                </c:pt>
                <c:pt idx="1104">
                  <c:v>0.31844660194174756</c:v>
                </c:pt>
                <c:pt idx="1105">
                  <c:v>0.31906614785992216</c:v>
                </c:pt>
                <c:pt idx="1106">
                  <c:v>0.31968810916179335</c:v>
                </c:pt>
                <c:pt idx="1107">
                  <c:v>0.3203125</c:v>
                </c:pt>
                <c:pt idx="1108">
                  <c:v>0.32093933463796476</c:v>
                </c:pt>
                <c:pt idx="1109">
                  <c:v>0.32156862745098042</c:v>
                </c:pt>
                <c:pt idx="1110">
                  <c:v>0.32220039292730845</c:v>
                </c:pt>
                <c:pt idx="1111">
                  <c:v>0.32283464566929132</c:v>
                </c:pt>
                <c:pt idx="1112">
                  <c:v>0.3234714003944773</c:v>
                </c:pt>
                <c:pt idx="1113">
                  <c:v>0.32411067193675891</c:v>
                </c:pt>
                <c:pt idx="1114">
                  <c:v>0.32475247524752476</c:v>
                </c:pt>
                <c:pt idx="1115">
                  <c:v>0.32539682539682541</c:v>
                </c:pt>
                <c:pt idx="1116">
                  <c:v>0.32604373757455268</c:v>
                </c:pt>
                <c:pt idx="1117">
                  <c:v>0.32669322709163345</c:v>
                </c:pt>
                <c:pt idx="1118">
                  <c:v>0.32734530938123751</c:v>
                </c:pt>
                <c:pt idx="1119">
                  <c:v>0.32800000000000001</c:v>
                </c:pt>
                <c:pt idx="1120">
                  <c:v>0.32865731462925851</c:v>
                </c:pt>
                <c:pt idx="1121">
                  <c:v>0.32931726907630521</c:v>
                </c:pt>
                <c:pt idx="1122">
                  <c:v>0.32997987927565392</c:v>
                </c:pt>
                <c:pt idx="1123">
                  <c:v>0.33064516129032256</c:v>
                </c:pt>
                <c:pt idx="1124">
                  <c:v>0.33131313131313134</c:v>
                </c:pt>
                <c:pt idx="1125">
                  <c:v>0.33198380566801622</c:v>
                </c:pt>
                <c:pt idx="1126">
                  <c:v>0.33265720081135902</c:v>
                </c:pt>
                <c:pt idx="1127">
                  <c:v>0.33333333333333331</c:v>
                </c:pt>
                <c:pt idx="1128">
                  <c:v>0.33401221995926678</c:v>
                </c:pt>
                <c:pt idx="1129">
                  <c:v>0.33469387755102042</c:v>
                </c:pt>
                <c:pt idx="1130">
                  <c:v>0.33537832310838445</c:v>
                </c:pt>
                <c:pt idx="1131">
                  <c:v>0.33606557377049179</c:v>
                </c:pt>
                <c:pt idx="1132">
                  <c:v>0.33675564681724846</c:v>
                </c:pt>
                <c:pt idx="1133">
                  <c:v>0.33744855967078191</c:v>
                </c:pt>
                <c:pt idx="1134">
                  <c:v>0.33814432989690724</c:v>
                </c:pt>
                <c:pt idx="1135">
                  <c:v>0.33884297520661155</c:v>
                </c:pt>
                <c:pt idx="1136">
                  <c:v>0.33954451345755693</c:v>
                </c:pt>
                <c:pt idx="1137">
                  <c:v>0.34024896265560167</c:v>
                </c:pt>
                <c:pt idx="1138">
                  <c:v>0.34095634095634098</c:v>
                </c:pt>
                <c:pt idx="1139">
                  <c:v>0.34166666666666667</c:v>
                </c:pt>
                <c:pt idx="1140">
                  <c:v>0.34237995824634654</c:v>
                </c:pt>
                <c:pt idx="1141">
                  <c:v>0.34309623430962344</c:v>
                </c:pt>
                <c:pt idx="1142">
                  <c:v>0.34381551362683438</c:v>
                </c:pt>
                <c:pt idx="1143">
                  <c:v>0.34453781512605042</c:v>
                </c:pt>
                <c:pt idx="1144">
                  <c:v>0.34526315789473683</c:v>
                </c:pt>
                <c:pt idx="1145">
                  <c:v>0.34599156118143459</c:v>
                </c:pt>
                <c:pt idx="1146">
                  <c:v>0.34672304439746299</c:v>
                </c:pt>
                <c:pt idx="1147">
                  <c:v>0.34745762711864409</c:v>
                </c:pt>
                <c:pt idx="1148">
                  <c:v>0.34819532908704881</c:v>
                </c:pt>
                <c:pt idx="1149">
                  <c:v>0.34893617021276596</c:v>
                </c:pt>
                <c:pt idx="1150">
                  <c:v>0.34968017057569295</c:v>
                </c:pt>
                <c:pt idx="1151">
                  <c:v>0.3504273504273504</c:v>
                </c:pt>
                <c:pt idx="1152">
                  <c:v>0.35117773019271947</c:v>
                </c:pt>
                <c:pt idx="1153">
                  <c:v>0.35193133047210301</c:v>
                </c:pt>
                <c:pt idx="1154">
                  <c:v>0.35268817204301073</c:v>
                </c:pt>
                <c:pt idx="1155">
                  <c:v>0.35344827586206895</c:v>
                </c:pt>
                <c:pt idx="1156">
                  <c:v>0.35421166306695462</c:v>
                </c:pt>
                <c:pt idx="1157">
                  <c:v>0.354978354978355</c:v>
                </c:pt>
                <c:pt idx="1158">
                  <c:v>0.35574837310195229</c:v>
                </c:pt>
                <c:pt idx="1159">
                  <c:v>0.35652173913043478</c:v>
                </c:pt>
                <c:pt idx="1160">
                  <c:v>0.35729847494553379</c:v>
                </c:pt>
                <c:pt idx="1161">
                  <c:v>0.35807860262008734</c:v>
                </c:pt>
                <c:pt idx="1162">
                  <c:v>0.35886214442013131</c:v>
                </c:pt>
                <c:pt idx="1163">
                  <c:v>0.35964912280701755</c:v>
                </c:pt>
                <c:pt idx="1164">
                  <c:v>0.36043956043956049</c:v>
                </c:pt>
                <c:pt idx="1165">
                  <c:v>0.36123348017621143</c:v>
                </c:pt>
                <c:pt idx="1166">
                  <c:v>0.36203090507726271</c:v>
                </c:pt>
                <c:pt idx="1167">
                  <c:v>0.36283185840707965</c:v>
                </c:pt>
                <c:pt idx="1168">
                  <c:v>0.3636363636363637</c:v>
                </c:pt>
                <c:pt idx="1169">
                  <c:v>0.36444444444444446</c:v>
                </c:pt>
                <c:pt idx="1170">
                  <c:v>0.36525612472160363</c:v>
                </c:pt>
                <c:pt idx="1171">
                  <c:v>0.36607142857142855</c:v>
                </c:pt>
                <c:pt idx="1172">
                  <c:v>0.36689038031319909</c:v>
                </c:pt>
                <c:pt idx="1173">
                  <c:v>0.36771300448430494</c:v>
                </c:pt>
                <c:pt idx="1174">
                  <c:v>0.36853932584269661</c:v>
                </c:pt>
                <c:pt idx="1175">
                  <c:v>0.36936936936936937</c:v>
                </c:pt>
                <c:pt idx="1176">
                  <c:v>0.37020316027088029</c:v>
                </c:pt>
                <c:pt idx="1177">
                  <c:v>0.37104072398190047</c:v>
                </c:pt>
                <c:pt idx="1178">
                  <c:v>0.3718820861678005</c:v>
                </c:pt>
                <c:pt idx="1179">
                  <c:v>0.37272727272727274</c:v>
                </c:pt>
                <c:pt idx="1180">
                  <c:v>0.37357630979498863</c:v>
                </c:pt>
                <c:pt idx="1181">
                  <c:v>0.37442922374429222</c:v>
                </c:pt>
                <c:pt idx="1182">
                  <c:v>0.37528604118993136</c:v>
                </c:pt>
                <c:pt idx="1183">
                  <c:v>0.37614678899082571</c:v>
                </c:pt>
                <c:pt idx="1184">
                  <c:v>0.37701149425287361</c:v>
                </c:pt>
                <c:pt idx="1185">
                  <c:v>0.37788018433179721</c:v>
                </c:pt>
                <c:pt idx="1186">
                  <c:v>0.3787528868360277</c:v>
                </c:pt>
                <c:pt idx="1187">
                  <c:v>0.37962962962962971</c:v>
                </c:pt>
                <c:pt idx="1188">
                  <c:v>0.38051044083526681</c:v>
                </c:pt>
                <c:pt idx="1189">
                  <c:v>0.38139534883720932</c:v>
                </c:pt>
                <c:pt idx="1190">
                  <c:v>0.38228438228438227</c:v>
                </c:pt>
                <c:pt idx="1191">
                  <c:v>0.38317757009345793</c:v>
                </c:pt>
                <c:pt idx="1192">
                  <c:v>0.38407494145199061</c:v>
                </c:pt>
                <c:pt idx="1193">
                  <c:v>0.38497652582159625</c:v>
                </c:pt>
                <c:pt idx="1194">
                  <c:v>0.38588235294117645</c:v>
                </c:pt>
                <c:pt idx="1195">
                  <c:v>0.3867924528301887</c:v>
                </c:pt>
                <c:pt idx="1196">
                  <c:v>0.38770685579196218</c:v>
                </c:pt>
                <c:pt idx="1197">
                  <c:v>0.38862559241706163</c:v>
                </c:pt>
                <c:pt idx="1198">
                  <c:v>0.38954869358669841</c:v>
                </c:pt>
                <c:pt idx="1199">
                  <c:v>0.39047619047619048</c:v>
                </c:pt>
                <c:pt idx="1200">
                  <c:v>0.39140811455847258</c:v>
                </c:pt>
                <c:pt idx="1201">
                  <c:v>0.3923444976076555</c:v>
                </c:pt>
                <c:pt idx="1202">
                  <c:v>0.39328537170263789</c:v>
                </c:pt>
                <c:pt idx="1203">
                  <c:v>0.39423076923076922</c:v>
                </c:pt>
                <c:pt idx="1204">
                  <c:v>0.39518072289156625</c:v>
                </c:pt>
                <c:pt idx="1205">
                  <c:v>0.39613526570048307</c:v>
                </c:pt>
                <c:pt idx="1206">
                  <c:v>0.39709443099273606</c:v>
                </c:pt>
                <c:pt idx="1207">
                  <c:v>0.39805825242718446</c:v>
                </c:pt>
                <c:pt idx="1208">
                  <c:v>0.39902676399026771</c:v>
                </c:pt>
                <c:pt idx="1209">
                  <c:v>0.4</c:v>
                </c:pt>
                <c:pt idx="1210">
                  <c:v>0.40097799511002447</c:v>
                </c:pt>
                <c:pt idx="1211">
                  <c:v>0.40196078431372551</c:v>
                </c:pt>
                <c:pt idx="1212">
                  <c:v>0.40294840294840295</c:v>
                </c:pt>
                <c:pt idx="1213">
                  <c:v>0.4039408866995074</c:v>
                </c:pt>
                <c:pt idx="1214">
                  <c:v>0.40493827160493828</c:v>
                </c:pt>
                <c:pt idx="1215">
                  <c:v>0.40594059405940602</c:v>
                </c:pt>
                <c:pt idx="1216">
                  <c:v>0.40694789081885857</c:v>
                </c:pt>
                <c:pt idx="1217">
                  <c:v>0.4079601990049751</c:v>
                </c:pt>
                <c:pt idx="1218">
                  <c:v>0.40897755610972569</c:v>
                </c:pt>
                <c:pt idx="1219">
                  <c:v>0.41</c:v>
                </c:pt>
                <c:pt idx="1220">
                  <c:v>0.41102756892230574</c:v>
                </c:pt>
                <c:pt idx="1221">
                  <c:v>0.4120603015075377</c:v>
                </c:pt>
                <c:pt idx="1222">
                  <c:v>0.41309823677581864</c:v>
                </c:pt>
                <c:pt idx="1223">
                  <c:v>0.41414141414141414</c:v>
                </c:pt>
                <c:pt idx="1224">
                  <c:v>0.41518987341772151</c:v>
                </c:pt>
                <c:pt idx="1225">
                  <c:v>0.41624365482233505</c:v>
                </c:pt>
                <c:pt idx="1226">
                  <c:v>0.41730279898218831</c:v>
                </c:pt>
                <c:pt idx="1227">
                  <c:v>0.41836734693877553</c:v>
                </c:pt>
                <c:pt idx="1228">
                  <c:v>0.41943734015345269</c:v>
                </c:pt>
                <c:pt idx="1229">
                  <c:v>0.42051282051282052</c:v>
                </c:pt>
                <c:pt idx="1230">
                  <c:v>0.42159383033419023</c:v>
                </c:pt>
                <c:pt idx="1231">
                  <c:v>0.42268041237113402</c:v>
                </c:pt>
                <c:pt idx="1232">
                  <c:v>0.42377260981912146</c:v>
                </c:pt>
                <c:pt idx="1233">
                  <c:v>0.42487046632124353</c:v>
                </c:pt>
                <c:pt idx="1234">
                  <c:v>0.42597402597402589</c:v>
                </c:pt>
                <c:pt idx="1235">
                  <c:v>0.42708333333333331</c:v>
                </c:pt>
                <c:pt idx="1236">
                  <c:v>0.42819843342036551</c:v>
                </c:pt>
                <c:pt idx="1237">
                  <c:v>0.4293193717277487</c:v>
                </c:pt>
                <c:pt idx="1238">
                  <c:v>0.43044619422572178</c:v>
                </c:pt>
                <c:pt idx="1239">
                  <c:v>0.43157894736842106</c:v>
                </c:pt>
                <c:pt idx="1240">
                  <c:v>0.43271767810026385</c:v>
                </c:pt>
                <c:pt idx="1241">
                  <c:v>0.43386243386243384</c:v>
                </c:pt>
                <c:pt idx="1242">
                  <c:v>0.43501326259946949</c:v>
                </c:pt>
                <c:pt idx="1243">
                  <c:v>0.43617021276595747</c:v>
                </c:pt>
                <c:pt idx="1244">
                  <c:v>0.43733333333333335</c:v>
                </c:pt>
                <c:pt idx="1245">
                  <c:v>0.43850267379679142</c:v>
                </c:pt>
                <c:pt idx="1246">
                  <c:v>0.4396782841823057</c:v>
                </c:pt>
                <c:pt idx="1247">
                  <c:v>0.44086021505376344</c:v>
                </c:pt>
                <c:pt idx="1248">
                  <c:v>0.44204851752021562</c:v>
                </c:pt>
                <c:pt idx="1249">
                  <c:v>0.44324324324324327</c:v>
                </c:pt>
                <c:pt idx="1250">
                  <c:v>0.44444444444444442</c:v>
                </c:pt>
                <c:pt idx="1251">
                  <c:v>0.44565217391304346</c:v>
                </c:pt>
                <c:pt idx="1252">
                  <c:v>0.44686648501362403</c:v>
                </c:pt>
                <c:pt idx="1253">
                  <c:v>0.44808743169398901</c:v>
                </c:pt>
                <c:pt idx="1254">
                  <c:v>0.44931506849315062</c:v>
                </c:pt>
                <c:pt idx="1255">
                  <c:v>0.45054945054945056</c:v>
                </c:pt>
                <c:pt idx="1256">
                  <c:v>0.45179063360881544</c:v>
                </c:pt>
                <c:pt idx="1257">
                  <c:v>0.45303867403314918</c:v>
                </c:pt>
                <c:pt idx="1258">
                  <c:v>0.45429362880886426</c:v>
                </c:pt>
                <c:pt idx="1259">
                  <c:v>0.45555555555555555</c:v>
                </c:pt>
                <c:pt idx="1260">
                  <c:v>0.45682451253481893</c:v>
                </c:pt>
                <c:pt idx="1261">
                  <c:v>0.45810055865921789</c:v>
                </c:pt>
                <c:pt idx="1262">
                  <c:v>0.45938375350140054</c:v>
                </c:pt>
                <c:pt idx="1263">
                  <c:v>0.4606741573033708</c:v>
                </c:pt>
                <c:pt idx="1264">
                  <c:v>0.46197183098591549</c:v>
                </c:pt>
                <c:pt idx="1265">
                  <c:v>0.4632768361581921</c:v>
                </c:pt>
                <c:pt idx="1266">
                  <c:v>0.46458923512747874</c:v>
                </c:pt>
                <c:pt idx="1267">
                  <c:v>0.46590909090909088</c:v>
                </c:pt>
                <c:pt idx="1268">
                  <c:v>0.46723646723646722</c:v>
                </c:pt>
                <c:pt idx="1269">
                  <c:v>0.46857142857142858</c:v>
                </c:pt>
                <c:pt idx="1270">
                  <c:v>0.46991404011461319</c:v>
                </c:pt>
                <c:pt idx="1271">
                  <c:v>0.47126436781609193</c:v>
                </c:pt>
                <c:pt idx="1272">
                  <c:v>0.47262247838616722</c:v>
                </c:pt>
                <c:pt idx="1273">
                  <c:v>0.47398843930635842</c:v>
                </c:pt>
                <c:pt idx="1274">
                  <c:v>0.47536231884057972</c:v>
                </c:pt>
                <c:pt idx="1275">
                  <c:v>0.4767441860465117</c:v>
                </c:pt>
                <c:pt idx="1276">
                  <c:v>0.478134110787172</c:v>
                </c:pt>
                <c:pt idx="1277">
                  <c:v>0.47953216374268998</c:v>
                </c:pt>
                <c:pt idx="1278">
                  <c:v>0.48093841642228741</c:v>
                </c:pt>
                <c:pt idx="1279">
                  <c:v>0.4823529411764706</c:v>
                </c:pt>
                <c:pt idx="1280">
                  <c:v>0.48377581120943952</c:v>
                </c:pt>
                <c:pt idx="1281">
                  <c:v>0.48520710059171601</c:v>
                </c:pt>
                <c:pt idx="1282">
                  <c:v>0.48664688427299702</c:v>
                </c:pt>
                <c:pt idx="1283">
                  <c:v>0.48809523809523808</c:v>
                </c:pt>
                <c:pt idx="1284">
                  <c:v>0.48955223880597015</c:v>
                </c:pt>
                <c:pt idx="1285">
                  <c:v>0.49101796407185622</c:v>
                </c:pt>
                <c:pt idx="1286">
                  <c:v>0.4924924924924925</c:v>
                </c:pt>
                <c:pt idx="1287">
                  <c:v>0.49397590361445781</c:v>
                </c:pt>
                <c:pt idx="1288">
                  <c:v>0.49546827794561932</c:v>
                </c:pt>
                <c:pt idx="1289">
                  <c:v>0.49696969696969695</c:v>
                </c:pt>
                <c:pt idx="1290">
                  <c:v>0.49848024316109424</c:v>
                </c:pt>
                <c:pt idx="1291">
                  <c:v>0.5</c:v>
                </c:pt>
                <c:pt idx="1292">
                  <c:v>0.50152905198776754</c:v>
                </c:pt>
                <c:pt idx="1293">
                  <c:v>0.50306748466257667</c:v>
                </c:pt>
                <c:pt idx="1294">
                  <c:v>0.50461538461538458</c:v>
                </c:pt>
                <c:pt idx="1295">
                  <c:v>0.50617283950617287</c:v>
                </c:pt>
                <c:pt idx="1296">
                  <c:v>0.50773993808049533</c:v>
                </c:pt>
                <c:pt idx="1297">
                  <c:v>0.50931677018633537</c:v>
                </c:pt>
                <c:pt idx="1298">
                  <c:v>0.5109034267912772</c:v>
                </c:pt>
                <c:pt idx="1299">
                  <c:v>0.51249999999999996</c:v>
                </c:pt>
                <c:pt idx="1300">
                  <c:v>0.51410658307210033</c:v>
                </c:pt>
                <c:pt idx="1301">
                  <c:v>0.51572327044025157</c:v>
                </c:pt>
                <c:pt idx="1302">
                  <c:v>0.51735015772870663</c:v>
                </c:pt>
                <c:pt idx="1303">
                  <c:v>0.51898734177215189</c:v>
                </c:pt>
                <c:pt idx="1304">
                  <c:v>0.52063492063492067</c:v>
                </c:pt>
                <c:pt idx="1305">
                  <c:v>0.52229299363057324</c:v>
                </c:pt>
                <c:pt idx="1306">
                  <c:v>0.52396166134185307</c:v>
                </c:pt>
                <c:pt idx="1307">
                  <c:v>0.52564102564102566</c:v>
                </c:pt>
                <c:pt idx="1308">
                  <c:v>0.52733118971061088</c:v>
                </c:pt>
                <c:pt idx="1309">
                  <c:v>0.52903225806451615</c:v>
                </c:pt>
                <c:pt idx="1310">
                  <c:v>0.53074433656957931</c:v>
                </c:pt>
                <c:pt idx="1311">
                  <c:v>0.53246753246753242</c:v>
                </c:pt>
                <c:pt idx="1312">
                  <c:v>0.53420195439739415</c:v>
                </c:pt>
                <c:pt idx="1313">
                  <c:v>0.53594771241830064</c:v>
                </c:pt>
                <c:pt idx="1314">
                  <c:v>0.53770491803278686</c:v>
                </c:pt>
                <c:pt idx="1315">
                  <c:v>0.53947368421052633</c:v>
                </c:pt>
                <c:pt idx="1316">
                  <c:v>0.54125412541254125</c:v>
                </c:pt>
                <c:pt idx="1317">
                  <c:v>0.54304635761589404</c:v>
                </c:pt>
                <c:pt idx="1318">
                  <c:v>0.54485049833887045</c:v>
                </c:pt>
                <c:pt idx="1319">
                  <c:v>0.54666666666666663</c:v>
                </c:pt>
                <c:pt idx="1320">
                  <c:v>0.54849498327759194</c:v>
                </c:pt>
                <c:pt idx="1321">
                  <c:v>0.55033557046979864</c:v>
                </c:pt>
                <c:pt idx="1322">
                  <c:v>0.55218855218855223</c:v>
                </c:pt>
                <c:pt idx="1323">
                  <c:v>0.55405405405405406</c:v>
                </c:pt>
                <c:pt idx="1324">
                  <c:v>0.55593220338983051</c:v>
                </c:pt>
                <c:pt idx="1325">
                  <c:v>0.55782312925170063</c:v>
                </c:pt>
                <c:pt idx="1326">
                  <c:v>0.55972696245733788</c:v>
                </c:pt>
                <c:pt idx="1327">
                  <c:v>0.56164383561643838</c:v>
                </c:pt>
                <c:pt idx="1328">
                  <c:v>0.56357388316151202</c:v>
                </c:pt>
                <c:pt idx="1329">
                  <c:v>0.56551724137931036</c:v>
                </c:pt>
                <c:pt idx="1330">
                  <c:v>0.56747404844290661</c:v>
                </c:pt>
                <c:pt idx="1331">
                  <c:v>0.56944444444444442</c:v>
                </c:pt>
                <c:pt idx="1332">
                  <c:v>0.5714285714285714</c:v>
                </c:pt>
                <c:pt idx="1333">
                  <c:v>0.57342657342657344</c:v>
                </c:pt>
                <c:pt idx="1334">
                  <c:v>0.57543859649122808</c:v>
                </c:pt>
                <c:pt idx="1335">
                  <c:v>0.57746478873239437</c:v>
                </c:pt>
                <c:pt idx="1336">
                  <c:v>0.5795053003533569</c:v>
                </c:pt>
                <c:pt idx="1337">
                  <c:v>0.58156028368794321</c:v>
                </c:pt>
                <c:pt idx="1338">
                  <c:v>0.58362989323843417</c:v>
                </c:pt>
                <c:pt idx="1339">
                  <c:v>0.58571428571428574</c:v>
                </c:pt>
                <c:pt idx="1340">
                  <c:v>0.58781362007168458</c:v>
                </c:pt>
                <c:pt idx="1341">
                  <c:v>0.58992805755395683</c:v>
                </c:pt>
                <c:pt idx="1342">
                  <c:v>0.59205776173285196</c:v>
                </c:pt>
                <c:pt idx="1343">
                  <c:v>0.59420289855072461</c:v>
                </c:pt>
                <c:pt idx="1344">
                  <c:v>0.59636363636363632</c:v>
                </c:pt>
                <c:pt idx="1345">
                  <c:v>0.59854014598540151</c:v>
                </c:pt>
                <c:pt idx="1346">
                  <c:v>0.60073260073260071</c:v>
                </c:pt>
                <c:pt idx="1347">
                  <c:v>0.6029411764705882</c:v>
                </c:pt>
                <c:pt idx="1348">
                  <c:v>0.60516605166051662</c:v>
                </c:pt>
                <c:pt idx="1349">
                  <c:v>0.6074074074074074</c:v>
                </c:pt>
                <c:pt idx="1350">
                  <c:v>0.60966542750929364</c:v>
                </c:pt>
                <c:pt idx="1351">
                  <c:v>0.61194029850746268</c:v>
                </c:pt>
                <c:pt idx="1352">
                  <c:v>0.61423220973782766</c:v>
                </c:pt>
                <c:pt idx="1353">
                  <c:v>0.61654135338345861</c:v>
                </c:pt>
                <c:pt idx="1354">
                  <c:v>0.61886792452830186</c:v>
                </c:pt>
                <c:pt idx="1355">
                  <c:v>0.62121212121212122</c:v>
                </c:pt>
                <c:pt idx="1356">
                  <c:v>0.62357414448669202</c:v>
                </c:pt>
                <c:pt idx="1357">
                  <c:v>0.62595419847328249</c:v>
                </c:pt>
                <c:pt idx="1358">
                  <c:v>0.62835249042145591</c:v>
                </c:pt>
                <c:pt idx="1359">
                  <c:v>0.63076923076923075</c:v>
                </c:pt>
                <c:pt idx="1360">
                  <c:v>0.63320463320463316</c:v>
                </c:pt>
                <c:pt idx="1361">
                  <c:v>0.63565891472868219</c:v>
                </c:pt>
                <c:pt idx="1362">
                  <c:v>0.63813229571984431</c:v>
                </c:pt>
                <c:pt idx="1363">
                  <c:v>0.640625</c:v>
                </c:pt>
                <c:pt idx="1364">
                  <c:v>0.64313725490196083</c:v>
                </c:pt>
                <c:pt idx="1365">
                  <c:v>0.64566929133858264</c:v>
                </c:pt>
                <c:pt idx="1366">
                  <c:v>0.64822134387351782</c:v>
                </c:pt>
                <c:pt idx="1367">
                  <c:v>0.65079365079365081</c:v>
                </c:pt>
                <c:pt idx="1368">
                  <c:v>0.65338645418326691</c:v>
                </c:pt>
                <c:pt idx="1369">
                  <c:v>0.65600000000000003</c:v>
                </c:pt>
                <c:pt idx="1370">
                  <c:v>0.65863453815261042</c:v>
                </c:pt>
                <c:pt idx="1371">
                  <c:v>0.66129032258064513</c:v>
                </c:pt>
                <c:pt idx="1372">
                  <c:v>0.66396761133603244</c:v>
                </c:pt>
                <c:pt idx="1373">
                  <c:v>0.66666666666666663</c:v>
                </c:pt>
                <c:pt idx="1374">
                  <c:v>0.66938775510204085</c:v>
                </c:pt>
                <c:pt idx="1375">
                  <c:v>0.67213114754098358</c:v>
                </c:pt>
                <c:pt idx="1376">
                  <c:v>0.67489711934156382</c:v>
                </c:pt>
                <c:pt idx="1377">
                  <c:v>0.6776859504132231</c:v>
                </c:pt>
                <c:pt idx="1378">
                  <c:v>0.68049792531120334</c:v>
                </c:pt>
                <c:pt idx="1379">
                  <c:v>0.68333333333333335</c:v>
                </c:pt>
                <c:pt idx="1380">
                  <c:v>0.68619246861924688</c:v>
                </c:pt>
                <c:pt idx="1381">
                  <c:v>0.68907563025210083</c:v>
                </c:pt>
                <c:pt idx="1382">
                  <c:v>0.69198312236286919</c:v>
                </c:pt>
                <c:pt idx="1383">
                  <c:v>0.69491525423728817</c:v>
                </c:pt>
                <c:pt idx="1384">
                  <c:v>0.69787234042553192</c:v>
                </c:pt>
                <c:pt idx="1385">
                  <c:v>0.70085470085470081</c:v>
                </c:pt>
                <c:pt idx="1386">
                  <c:v>0.70386266094420602</c:v>
                </c:pt>
                <c:pt idx="1387">
                  <c:v>0.7068965517241379</c:v>
                </c:pt>
                <c:pt idx="1388">
                  <c:v>0.70995670995671001</c:v>
                </c:pt>
                <c:pt idx="1389">
                  <c:v>0.71304347826086956</c:v>
                </c:pt>
                <c:pt idx="1390">
                  <c:v>0.71615720524017468</c:v>
                </c:pt>
                <c:pt idx="1391">
                  <c:v>0.7192982456140351</c:v>
                </c:pt>
                <c:pt idx="1392">
                  <c:v>0.72246696035242286</c:v>
                </c:pt>
                <c:pt idx="1393">
                  <c:v>0.72566371681415931</c:v>
                </c:pt>
                <c:pt idx="1394">
                  <c:v>0.72888888888888892</c:v>
                </c:pt>
                <c:pt idx="1395">
                  <c:v>0.7321428571428571</c:v>
                </c:pt>
                <c:pt idx="1396">
                  <c:v>0.73542600896860988</c:v>
                </c:pt>
                <c:pt idx="1397">
                  <c:v>0.73873873873873874</c:v>
                </c:pt>
                <c:pt idx="1398">
                  <c:v>0.74208144796380093</c:v>
                </c:pt>
                <c:pt idx="1399">
                  <c:v>0.74545454545454548</c:v>
                </c:pt>
                <c:pt idx="1400">
                  <c:v>0.74885844748858443</c:v>
                </c:pt>
                <c:pt idx="1401">
                  <c:v>0.75229357798165142</c:v>
                </c:pt>
                <c:pt idx="1402">
                  <c:v>0.75576036866359442</c:v>
                </c:pt>
                <c:pt idx="1403">
                  <c:v>0.7592592592592593</c:v>
                </c:pt>
                <c:pt idx="1404">
                  <c:v>0.76279069767441865</c:v>
                </c:pt>
                <c:pt idx="1405">
                  <c:v>0.76635514018691586</c:v>
                </c:pt>
                <c:pt idx="1406">
                  <c:v>0.7699530516431925</c:v>
                </c:pt>
                <c:pt idx="1407">
                  <c:v>0.77358490566037741</c:v>
                </c:pt>
                <c:pt idx="1408">
                  <c:v>0.77725118483412325</c:v>
                </c:pt>
                <c:pt idx="1409">
                  <c:v>0.78095238095238095</c:v>
                </c:pt>
                <c:pt idx="1410">
                  <c:v>0.78468899521531099</c:v>
                </c:pt>
                <c:pt idx="1411">
                  <c:v>0.78846153846153844</c:v>
                </c:pt>
                <c:pt idx="1412">
                  <c:v>0.79227053140096615</c:v>
                </c:pt>
                <c:pt idx="1413">
                  <c:v>0.79611650485436891</c:v>
                </c:pt>
                <c:pt idx="1414">
                  <c:v>0.8</c:v>
                </c:pt>
                <c:pt idx="1415">
                  <c:v>0.80392156862745101</c:v>
                </c:pt>
                <c:pt idx="1416">
                  <c:v>0.80788177339901479</c:v>
                </c:pt>
                <c:pt idx="1417">
                  <c:v>0.81188118811881194</c:v>
                </c:pt>
                <c:pt idx="1418">
                  <c:v>0.8159203980099502</c:v>
                </c:pt>
                <c:pt idx="1419">
                  <c:v>0.82</c:v>
                </c:pt>
                <c:pt idx="1420">
                  <c:v>0.82412060301507539</c:v>
                </c:pt>
                <c:pt idx="1421">
                  <c:v>0.82828282828282829</c:v>
                </c:pt>
                <c:pt idx="1422">
                  <c:v>0.8324873096446701</c:v>
                </c:pt>
                <c:pt idx="1423">
                  <c:v>0.83673469387755106</c:v>
                </c:pt>
                <c:pt idx="1424">
                  <c:v>0.84102564102564104</c:v>
                </c:pt>
                <c:pt idx="1425">
                  <c:v>0.84536082474226804</c:v>
                </c:pt>
                <c:pt idx="1426">
                  <c:v>0.84974093264248707</c:v>
                </c:pt>
                <c:pt idx="1427">
                  <c:v>0.85416666666666663</c:v>
                </c:pt>
                <c:pt idx="1428">
                  <c:v>0.8586387434554974</c:v>
                </c:pt>
                <c:pt idx="1429">
                  <c:v>0.86315789473684212</c:v>
                </c:pt>
                <c:pt idx="1430">
                  <c:v>0.86772486772486768</c:v>
                </c:pt>
                <c:pt idx="1431">
                  <c:v>0.87234042553191493</c:v>
                </c:pt>
                <c:pt idx="1432">
                  <c:v>0.87700534759358284</c:v>
                </c:pt>
                <c:pt idx="1433">
                  <c:v>0.88172043010752688</c:v>
                </c:pt>
                <c:pt idx="1434">
                  <c:v>0.88648648648648654</c:v>
                </c:pt>
                <c:pt idx="1435">
                  <c:v>0.89130434782608692</c:v>
                </c:pt>
                <c:pt idx="1436">
                  <c:v>0.89617486338797814</c:v>
                </c:pt>
                <c:pt idx="1437">
                  <c:v>0.90109890109890123</c:v>
                </c:pt>
                <c:pt idx="1438">
                  <c:v>0.90607734806629836</c:v>
                </c:pt>
                <c:pt idx="1439">
                  <c:v>0.9111111111111112</c:v>
                </c:pt>
                <c:pt idx="1440">
                  <c:v>0.91620111731843579</c:v>
                </c:pt>
                <c:pt idx="1441">
                  <c:v>0.9213483146067416</c:v>
                </c:pt>
                <c:pt idx="1442">
                  <c:v>0.92090395480225984</c:v>
                </c:pt>
                <c:pt idx="1443">
                  <c:v>0.92045454545454541</c:v>
                </c:pt>
                <c:pt idx="1444">
                  <c:v>0.9257142857142856</c:v>
                </c:pt>
                <c:pt idx="1445">
                  <c:v>0.92528735632183923</c:v>
                </c:pt>
                <c:pt idx="1446">
                  <c:v>0.93063583815028905</c:v>
                </c:pt>
                <c:pt idx="1447">
                  <c:v>0.93023255813953476</c:v>
                </c:pt>
                <c:pt idx="1448">
                  <c:v>0.93567251461988299</c:v>
                </c:pt>
                <c:pt idx="1449">
                  <c:v>0.93529411764705883</c:v>
                </c:pt>
                <c:pt idx="1450">
                  <c:v>0.93491124260355041</c:v>
                </c:pt>
                <c:pt idx="1451">
                  <c:v>0.94047619047619035</c:v>
                </c:pt>
                <c:pt idx="1452">
                  <c:v>0.940119760479042</c:v>
                </c:pt>
                <c:pt idx="1453">
                  <c:v>0.94578313253012036</c:v>
                </c:pt>
                <c:pt idx="1454">
                  <c:v>0.95151515151515165</c:v>
                </c:pt>
                <c:pt idx="1455">
                  <c:v>0.95731707317073156</c:v>
                </c:pt>
                <c:pt idx="1456">
                  <c:v>0.95705521472392641</c:v>
                </c:pt>
                <c:pt idx="1457">
                  <c:v>0.95679012345679015</c:v>
                </c:pt>
                <c:pt idx="1458">
                  <c:v>0.95652173913043481</c:v>
                </c:pt>
                <c:pt idx="1459">
                  <c:v>0.95625000000000004</c:v>
                </c:pt>
                <c:pt idx="1460">
                  <c:v>0.95597484276729561</c:v>
                </c:pt>
                <c:pt idx="1461">
                  <c:v>0.95569620253164556</c:v>
                </c:pt>
                <c:pt idx="1462">
                  <c:v>0.95541401273885362</c:v>
                </c:pt>
                <c:pt idx="1463">
                  <c:v>0.95512820512820518</c:v>
                </c:pt>
                <c:pt idx="1464">
                  <c:v>0.95483870967741935</c:v>
                </c:pt>
                <c:pt idx="1465">
                  <c:v>0.95454545454545459</c:v>
                </c:pt>
                <c:pt idx="1466">
                  <c:v>0.96078431372549022</c:v>
                </c:pt>
                <c:pt idx="1467">
                  <c:v>0.96052631578947356</c:v>
                </c:pt>
                <c:pt idx="1468">
                  <c:v>0.96688741721854321</c:v>
                </c:pt>
                <c:pt idx="1469">
                  <c:v>0.96666666666666679</c:v>
                </c:pt>
                <c:pt idx="1470">
                  <c:v>0.97315436241610742</c:v>
                </c:pt>
                <c:pt idx="1471">
                  <c:v>0.9797297297297296</c:v>
                </c:pt>
                <c:pt idx="1472">
                  <c:v>0.97959183673469397</c:v>
                </c:pt>
                <c:pt idx="1473">
                  <c:v>0.98630136986301364</c:v>
                </c:pt>
                <c:pt idx="1474">
                  <c:v>0.99310344827586206</c:v>
                </c:pt>
                <c:pt idx="1475">
                  <c:v>0.99305555555555558</c:v>
                </c:pt>
                <c:pt idx="1476">
                  <c:v>0.99300699300699302</c:v>
                </c:pt>
                <c:pt idx="1477">
                  <c:v>0.99295774647887325</c:v>
                </c:pt>
                <c:pt idx="1478">
                  <c:v>0.9929078014184396</c:v>
                </c:pt>
                <c:pt idx="1479">
                  <c:v>0.99285714285714277</c:v>
                </c:pt>
                <c:pt idx="1480">
                  <c:v>0.99280575539568361</c:v>
                </c:pt>
                <c:pt idx="1481">
                  <c:v>0.99275362318840576</c:v>
                </c:pt>
                <c:pt idx="1482">
                  <c:v>0.9927007299270072</c:v>
                </c:pt>
                <c:pt idx="1483">
                  <c:v>0.99264705882352944</c:v>
                </c:pt>
                <c:pt idx="1484">
                  <c:v>0.99259259259259258</c:v>
                </c:pt>
                <c:pt idx="1485">
                  <c:v>0.9925373134328358</c:v>
                </c:pt>
                <c:pt idx="1486">
                  <c:v>0.99248120300751885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C7A-4A11-9C69-789D967AB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102911"/>
        <c:axId val="1087194735"/>
      </c:scatterChart>
      <c:valAx>
        <c:axId val="1078102911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7194735"/>
        <c:crosses val="autoZero"/>
        <c:crossBetween val="midCat"/>
      </c:valAx>
      <c:valAx>
        <c:axId val="1087194735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781029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이번에는 학습과 링 버퍼의 개별 실행을 연결해</a:t>
            </a:r>
            <a:r>
              <a:rPr lang="en-US" altLang="ko-KR"/>
              <a:t>, </a:t>
            </a:r>
            <a:r>
              <a:rPr lang="ko-KR" altLang="en-US"/>
              <a:t>센서 입력부터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저장까지 이어지는 </a:t>
            </a:r>
            <a:r>
              <a:rPr lang="en-US" altLang="ko-KR"/>
              <a:t>PC </a:t>
            </a:r>
            <a:r>
              <a:rPr lang="ko-KR" altLang="en-US"/>
              <a:t>프로그램을 구현했습니다</a:t>
            </a:r>
            <a:r>
              <a:rPr lang="en-US" altLang="ko-KR"/>
              <a:t>. </a:t>
            </a:r>
            <a:r>
              <a:rPr lang="ko-KR" altLang="en-US"/>
              <a:t>데이터 수를 늘리고 서로 다른 조건을 시험했으며</a:t>
            </a:r>
            <a:r>
              <a:rPr lang="en-US" altLang="ko-KR"/>
              <a:t>, </a:t>
            </a:r>
            <a:r>
              <a:rPr lang="ko-KR" altLang="en-US"/>
              <a:t>모델 변환과 </a:t>
            </a:r>
            <a:r>
              <a:rPr lang="en-US" altLang="ko-KR"/>
              <a:t>C++ </a:t>
            </a:r>
            <a:r>
              <a:rPr lang="ko-KR" altLang="en-US"/>
              <a:t>전처리 검증도 진행했습니다</a:t>
            </a:r>
            <a:r>
              <a:rPr lang="en-US" altLang="ko-KR"/>
              <a:t>. </a:t>
            </a:r>
            <a:r>
              <a:rPr lang="ko-KR" altLang="en-US"/>
              <a:t>오늘 보여 드리는 성능은 합성 데이터에서의 소프트웨어 검증 결과입니다</a:t>
            </a:r>
            <a:r>
              <a:rPr lang="en-US" altLang="ko-KR"/>
              <a:t>. </a:t>
            </a:r>
            <a:r>
              <a:rPr lang="ko-KR" altLang="en-US"/>
              <a:t>실제 낙뢰 성능이나 보드 탑재를 완료했다는 뜻은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artifacts/integrated-20261012/run.json, docs/integrated-development-plan-20261012.md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84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표는 제공 자료의 센서 범위와 기준값입니다</a:t>
            </a:r>
            <a:r>
              <a:rPr lang="en-US" altLang="ko-KR"/>
              <a:t>. </a:t>
            </a:r>
            <a:r>
              <a:rPr lang="ko-KR" altLang="en-US"/>
              <a:t>범위는 입력 품질을 확인하는 범위이고</a:t>
            </a:r>
            <a:r>
              <a:rPr lang="en-US" altLang="ko-KR"/>
              <a:t>, </a:t>
            </a:r>
            <a:r>
              <a:rPr lang="ko-KR" altLang="en-US"/>
              <a:t>위험 판정 기준과는 따로 관리합니다</a:t>
            </a:r>
            <a:r>
              <a:rPr lang="en-US" altLang="ko-KR"/>
              <a:t>. </a:t>
            </a:r>
            <a:r>
              <a:rPr lang="ko-KR" altLang="en-US"/>
              <a:t>누설전류 </a:t>
            </a:r>
            <a:r>
              <a:rPr lang="en-US" altLang="ko-KR"/>
              <a:t>1</a:t>
            </a:r>
            <a:r>
              <a:rPr lang="ko-KR" altLang="en-US"/>
              <a:t>밀리암페어는 입력 단위에 맞춰 </a:t>
            </a:r>
            <a:r>
              <a:rPr lang="en-US" altLang="ko-KR"/>
              <a:t>0.001</a:t>
            </a:r>
            <a:r>
              <a:rPr lang="ko-KR" altLang="en-US"/>
              <a:t>암페어로 기록했습니다</a:t>
            </a:r>
            <a:r>
              <a:rPr lang="en-US" altLang="ko-KR"/>
              <a:t>. </a:t>
            </a:r>
            <a:r>
              <a:rPr lang="ko-KR" altLang="en-US"/>
              <a:t>대지전위 </a:t>
            </a:r>
            <a:r>
              <a:rPr lang="en-US" altLang="ko-KR"/>
              <a:t>2</a:t>
            </a:r>
            <a:r>
              <a:rPr lang="ko-KR" altLang="en-US"/>
              <a:t>와 습도 </a:t>
            </a:r>
            <a:r>
              <a:rPr lang="en-US" altLang="ko-KR"/>
              <a:t>60</a:t>
            </a:r>
            <a:r>
              <a:rPr lang="ko-KR" altLang="en-US"/>
              <a:t>퍼센트도 보존했습니다</a:t>
            </a:r>
            <a:r>
              <a:rPr lang="en-US" altLang="ko-KR"/>
              <a:t>. </a:t>
            </a:r>
            <a:r>
              <a:rPr lang="ko-KR" altLang="en-US"/>
              <a:t>다만 초과할 때 위험인지</a:t>
            </a:r>
            <a:r>
              <a:rPr lang="en-US" altLang="ko-KR"/>
              <a:t>, </a:t>
            </a:r>
            <a:r>
              <a:rPr lang="ko-KR" altLang="en-US"/>
              <a:t>미달할 때 위험인지</a:t>
            </a:r>
            <a:r>
              <a:rPr lang="en-US" altLang="ko-KR"/>
              <a:t>, </a:t>
            </a:r>
            <a:r>
              <a:rPr lang="ko-KR" altLang="en-US"/>
              <a:t>같은 값도 포함하는지는 자료만으로 확정하지 않았습니다</a:t>
            </a:r>
            <a:r>
              <a:rPr lang="en-US" altLang="ko-KR"/>
              <a:t>. </a:t>
            </a:r>
            <a:r>
              <a:rPr lang="ko-KR" altLang="en-US"/>
              <a:t>온도 </a:t>
            </a:r>
            <a:r>
              <a:rPr lang="en-US" altLang="ko-KR"/>
              <a:t>25</a:t>
            </a:r>
            <a:r>
              <a:rPr lang="ko-KR" altLang="en-US"/>
              <a:t>도도 절대온도인지</a:t>
            </a:r>
            <a:r>
              <a:rPr lang="en-US" altLang="ko-KR"/>
              <a:t>, </a:t>
            </a:r>
            <a:r>
              <a:rPr lang="ko-KR" altLang="en-US"/>
              <a:t>외기온도나 다른 기준 대비 상승량인지 확인이 필요합니다</a:t>
            </a:r>
            <a:r>
              <a:rPr lang="en-US" altLang="ko-KR"/>
              <a:t>. </a:t>
            </a:r>
            <a:r>
              <a:rPr lang="ko-KR" altLang="en-US"/>
              <a:t>코드에서는 초과</a:t>
            </a:r>
            <a:r>
              <a:rPr lang="en-US" altLang="ko-KR"/>
              <a:t>, 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동일값</a:t>
            </a:r>
            <a:r>
              <a:rPr lang="en-US" altLang="ko-KR"/>
              <a:t>, </a:t>
            </a:r>
            <a:r>
              <a:rPr lang="ko-KR" altLang="en-US"/>
              <a:t>구간 안팎과 같은 비교를 명시하도록 바꿨습니다</a:t>
            </a:r>
            <a:r>
              <a:rPr lang="en-US" altLang="ko-KR"/>
              <a:t>. </a:t>
            </a:r>
            <a:r>
              <a:rPr lang="ko-KR" altLang="en-US"/>
              <a:t>현재 물리 위험 규칙은 비활성 상태입니다</a:t>
            </a:r>
            <a:r>
              <a:rPr lang="en-US" altLang="ko-KR"/>
              <a:t>. </a:t>
            </a:r>
            <a:r>
              <a:rPr lang="ko-KR" altLang="en-US"/>
              <a:t>이 표는 시간별 측정값과 정답이 있는 데이터셋이 아니라 센서 사양입니다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configs/sensor_standard_reference.yaml; </a:t>
            </a:r>
            <a:r>
              <a:rPr lang="ko-KR" altLang="en-US"/>
              <a:t>원본 교육계획서 </a:t>
            </a:r>
            <a:r>
              <a:rPr lang="en-US" altLang="ko-KR"/>
              <a:t>PDF 6</a:t>
            </a:r>
            <a:r>
              <a:rPr lang="ko-KR" altLang="en-US"/>
              <a:t>페이지</a:t>
            </a:r>
            <a:r>
              <a:rPr lang="en-US" altLang="ko-KR"/>
              <a:t>. </a:t>
            </a:r>
            <a:r>
              <a:rPr lang="ko-KR" altLang="en-US"/>
              <a:t>입력전압 범위 셀의 단위 미기재</a:t>
            </a:r>
            <a:r>
              <a:rPr lang="en-US" altLang="ko-KR"/>
              <a:t>; </a:t>
            </a:r>
            <a:r>
              <a:rPr lang="ko-KR" altLang="en-US"/>
              <a:t>모든 원문 행 </a:t>
            </a:r>
            <a:r>
              <a:rPr lang="en-US" altLang="ko-KR"/>
              <a:t>5 bytes. RMS/peak, </a:t>
            </a:r>
            <a:r>
              <a:rPr lang="ko-KR" altLang="en-US"/>
              <a:t>초과</a:t>
            </a:r>
            <a:r>
              <a:rPr lang="en-US" altLang="ko-KR"/>
              <a:t>/</a:t>
            </a:r>
            <a:r>
              <a:rPr lang="ko-KR" altLang="en-US"/>
              <a:t>미달</a:t>
            </a:r>
            <a:r>
              <a:rPr lang="en-US" altLang="ko-KR"/>
              <a:t>, </a:t>
            </a:r>
            <a:r>
              <a:rPr lang="ko-KR" altLang="en-US"/>
              <a:t>온도 기준 미확정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22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평가에는 </a:t>
            </a:r>
            <a:r>
              <a:rPr lang="en-US" altLang="ko-KR"/>
              <a:t>60</a:t>
            </a:r>
            <a:r>
              <a:rPr lang="ko-KR" altLang="en-US"/>
              <a:t>개 합성 시나리오의 </a:t>
            </a:r>
            <a:r>
              <a:rPr lang="en-US" altLang="ko-KR"/>
              <a:t>36,000</a:t>
            </a:r>
            <a:r>
              <a:rPr lang="ko-KR" altLang="en-US"/>
              <a:t>행을 사용했습니다</a:t>
            </a:r>
            <a:r>
              <a:rPr lang="en-US" altLang="ko-KR"/>
              <a:t>. </a:t>
            </a:r>
            <a:r>
              <a:rPr lang="ko-KR" altLang="en-US"/>
              <a:t>정상 잡음</a:t>
            </a:r>
            <a:r>
              <a:rPr lang="en-US" altLang="ko-KR"/>
              <a:t>, </a:t>
            </a:r>
            <a:r>
              <a:rPr lang="ko-KR" altLang="en-US"/>
              <a:t>기준 주변 값</a:t>
            </a:r>
            <a:r>
              <a:rPr lang="en-US" altLang="ko-KR"/>
              <a:t>, </a:t>
            </a:r>
            <a:r>
              <a:rPr lang="ko-KR" altLang="en-US"/>
              <a:t>단일 센서 변화</a:t>
            </a:r>
            <a:r>
              <a:rPr lang="en-US" altLang="ko-KR"/>
              <a:t>, </a:t>
            </a:r>
            <a:r>
              <a:rPr lang="ko-KR" altLang="en-US"/>
              <a:t>복합 변화</a:t>
            </a:r>
            <a:r>
              <a:rPr lang="en-US" altLang="ko-KR"/>
              <a:t>, </a:t>
            </a:r>
            <a:r>
              <a:rPr lang="ko-KR" altLang="en-US"/>
              <a:t>위험 전환과 회복을 나눠 만들었습니다</a:t>
            </a:r>
            <a:r>
              <a:rPr lang="en-US" altLang="ko-KR"/>
              <a:t>. </a:t>
            </a:r>
            <a:r>
              <a:rPr lang="ko-KR" altLang="en-US"/>
              <a:t>장애 검증용 </a:t>
            </a:r>
            <a:r>
              <a:rPr lang="en-US" altLang="ko-KR"/>
              <a:t>6,000</a:t>
            </a:r>
            <a:r>
              <a:rPr lang="ko-KR" altLang="en-US"/>
              <a:t>행은 학습에 넣지 않았습니다</a:t>
            </a:r>
            <a:r>
              <a:rPr lang="en-US" altLang="ko-KR"/>
              <a:t>. </a:t>
            </a:r>
            <a:r>
              <a:rPr lang="ko-KR" altLang="en-US"/>
              <a:t>별도로 </a:t>
            </a:r>
            <a:r>
              <a:rPr lang="en-US" altLang="ko-KR"/>
              <a:t>72,000</a:t>
            </a:r>
            <a:r>
              <a:rPr lang="ko-KR" altLang="en-US"/>
              <a:t>행</a:t>
            </a:r>
            <a:r>
              <a:rPr lang="en-US" altLang="ko-KR"/>
              <a:t>, </a:t>
            </a:r>
            <a:r>
              <a:rPr lang="ko-KR" altLang="en-US"/>
              <a:t>즉 </a:t>
            </a:r>
            <a:r>
              <a:rPr lang="en-US" altLang="ko-KR"/>
              <a:t>2</a:t>
            </a:r>
            <a:r>
              <a:rPr lang="ko-KR" altLang="en-US"/>
              <a:t>시간의 정상 연속 입력도 만들었습니다</a:t>
            </a:r>
            <a:r>
              <a:rPr lang="en-US" altLang="ko-KR"/>
              <a:t>. </a:t>
            </a:r>
            <a:r>
              <a:rPr lang="ko-KR" altLang="en-US"/>
              <a:t>전처리 후 학습 </a:t>
            </a:r>
            <a:r>
              <a:rPr lang="en-US" altLang="ko-KR"/>
              <a:t>4,860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검증 </a:t>
            </a:r>
            <a:r>
              <a:rPr lang="en-US" altLang="ko-KR"/>
              <a:t>1,620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테스트 </a:t>
            </a:r>
            <a:r>
              <a:rPr lang="en-US" altLang="ko-KR"/>
              <a:t>1,620</a:t>
            </a:r>
            <a:r>
              <a:rPr lang="ko-KR" altLang="en-US"/>
              <a:t>개로 총 </a:t>
            </a:r>
            <a:r>
              <a:rPr lang="en-US" altLang="ko-KR"/>
              <a:t>8,100</a:t>
            </a:r>
            <a:r>
              <a:rPr lang="ko-KR" altLang="en-US"/>
              <a:t>개 입력 창이 생성됐습니다</a:t>
            </a:r>
            <a:r>
              <a:rPr lang="en-US" altLang="ko-KR"/>
              <a:t>. </a:t>
            </a:r>
            <a:r>
              <a:rPr lang="ko-KR" altLang="en-US"/>
              <a:t>같은 획득 세션은 분할에 섞이지 않게 했고</a:t>
            </a:r>
            <a:r>
              <a:rPr lang="en-US" altLang="ko-KR"/>
              <a:t>, </a:t>
            </a:r>
            <a:r>
              <a:rPr lang="ko-KR" altLang="en-US"/>
              <a:t>정규화는 학습 데이터에서만 계산했습니다</a:t>
            </a:r>
            <a:r>
              <a:rPr lang="en-US" altLang="ko-KR"/>
              <a:t>. </a:t>
            </a:r>
            <a:r>
              <a:rPr lang="ko-KR" altLang="en-US"/>
              <a:t>겹치는 창이 있으므로 </a:t>
            </a:r>
            <a:r>
              <a:rPr lang="en-US" altLang="ko-KR"/>
              <a:t>8,100</a:t>
            </a:r>
            <a:r>
              <a:rPr lang="ko-KR" altLang="en-US"/>
              <a:t>개를 독립적인 낙뢰 사건 수로 해석하면 안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scenarios.json, dataset-fast-only/manifest.json, train.npz / validation.npz / test.npz. </a:t>
            </a:r>
            <a:r>
              <a:rPr lang="ko-KR" altLang="en-US"/>
              <a:t>정답은 물리 규칙과 별도로 만든 합성 잠재 상태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10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전처리 특징을 고정된 공간에 보관합니다</a:t>
            </a:r>
            <a:r>
              <a:rPr lang="en-US" altLang="ko-KR"/>
              <a:t>. </a:t>
            </a:r>
            <a:r>
              <a:rPr lang="ko-KR" altLang="en-US"/>
              <a:t>이번 선택 모델은 </a:t>
            </a:r>
            <a:r>
              <a:rPr lang="en-US" altLang="ko-KR"/>
              <a:t>64</a:t>
            </a:r>
            <a:r>
              <a:rPr lang="ko-KR" altLang="en-US"/>
              <a:t>개 시점을 입력으로 사용하고</a:t>
            </a:r>
            <a:r>
              <a:rPr lang="en-US" altLang="ko-KR"/>
              <a:t>, </a:t>
            </a:r>
            <a:r>
              <a:rPr lang="ko-KR" altLang="en-US"/>
              <a:t>과거 </a:t>
            </a:r>
            <a:r>
              <a:rPr lang="en-US" altLang="ko-KR"/>
              <a:t>5</a:t>
            </a:r>
            <a:r>
              <a:rPr lang="ko-KR" altLang="en-US"/>
              <a:t>초분 보관 여유 </a:t>
            </a:r>
            <a:r>
              <a:rPr lang="en-US" altLang="ko-KR"/>
              <a:t>50</a:t>
            </a:r>
            <a:r>
              <a:rPr lang="ko-KR" altLang="en-US"/>
              <a:t>개를 더해 버퍼 용량을 </a:t>
            </a:r>
            <a:r>
              <a:rPr lang="en-US" altLang="ko-KR"/>
              <a:t>114</a:t>
            </a:r>
            <a:r>
              <a:rPr lang="ko-KR" altLang="en-US"/>
              <a:t>개로 설정했습니다</a:t>
            </a:r>
            <a:r>
              <a:rPr lang="en-US" altLang="ko-KR"/>
              <a:t>. </a:t>
            </a:r>
            <a:r>
              <a:rPr lang="ko-KR" altLang="en-US"/>
              <a:t>표의 번호는 동작 설명용입니다</a:t>
            </a:r>
            <a:r>
              <a:rPr lang="en-US" altLang="ko-KR"/>
              <a:t>. 115</a:t>
            </a:r>
            <a:r>
              <a:rPr lang="ko-KR" altLang="en-US"/>
              <a:t>번이 들어오면 가장 오래된 </a:t>
            </a:r>
            <a:r>
              <a:rPr lang="en-US" altLang="ko-KR"/>
              <a:t>1</a:t>
            </a:r>
            <a:r>
              <a:rPr lang="ko-KR" altLang="en-US"/>
              <a:t>번 자리를 사용해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최신 모델 입력도 </a:t>
            </a:r>
            <a:r>
              <a:rPr lang="en-US" altLang="ko-KR"/>
              <a:t>51</a:t>
            </a:r>
            <a:r>
              <a:rPr lang="ko-KR" altLang="en-US"/>
              <a:t>번부터 </a:t>
            </a:r>
            <a:r>
              <a:rPr lang="en-US" altLang="ko-KR"/>
              <a:t>114</a:t>
            </a:r>
            <a:r>
              <a:rPr lang="ko-KR" altLang="en-US"/>
              <a:t>번에서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115</a:t>
            </a:r>
            <a:r>
              <a:rPr lang="ko-KR" altLang="en-US"/>
              <a:t>번으로 이동합니다</a:t>
            </a:r>
            <a:r>
              <a:rPr lang="en-US" altLang="ko-KR"/>
              <a:t>. </a:t>
            </a:r>
            <a:r>
              <a:rPr lang="ko-KR" altLang="en-US"/>
              <a:t>시간 간격이나 유효성이 맞지 않으면 모델에 이전 입력을 다시 전달하지 않습니다</a:t>
            </a:r>
            <a:r>
              <a:rPr lang="en-US" altLang="ko-KR"/>
              <a:t>. </a:t>
            </a:r>
            <a:r>
              <a:rPr lang="ko-KR" altLang="en-US"/>
              <a:t>원본 관측은 별도 제한된 과거 기록에 보관하고</a:t>
            </a:r>
            <a:r>
              <a:rPr lang="en-US" altLang="ko-KR"/>
              <a:t>, </a:t>
            </a:r>
            <a:r>
              <a:rPr lang="ko-KR" altLang="en-US"/>
              <a:t>경보가 나면 과거 </a:t>
            </a:r>
            <a:r>
              <a:rPr lang="en-US" altLang="ko-KR"/>
              <a:t>5</a:t>
            </a:r>
            <a:r>
              <a:rPr lang="ko-KR" altLang="en-US"/>
              <a:t>초와 이후 </a:t>
            </a:r>
            <a:r>
              <a:rPr lang="en-US" altLang="ko-KR"/>
              <a:t>2</a:t>
            </a:r>
            <a:r>
              <a:rPr lang="ko-KR" altLang="en-US"/>
              <a:t>초를 이벤트로 저장합니다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sequence_builder.py, recorder.py; calibrated replay summary. 1~115</a:t>
            </a:r>
            <a:r>
              <a:rPr lang="ko-KR" altLang="en-US"/>
              <a:t>는 설명용 번호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0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테스트 입력 중 실제 재생한 한 합성 세션입니다</a:t>
            </a:r>
            <a:r>
              <a:rPr lang="en-US" altLang="ko-KR"/>
              <a:t>. </a:t>
            </a:r>
            <a:r>
              <a:rPr lang="ko-KR" altLang="en-US"/>
              <a:t>위에는 대지전위와 자료의 </a:t>
            </a:r>
            <a:r>
              <a:rPr lang="en-US" altLang="ko-KR"/>
              <a:t>2</a:t>
            </a:r>
            <a:r>
              <a:rPr lang="ko-KR" altLang="en-US"/>
              <a:t>볼트 기준선을</a:t>
            </a:r>
            <a:r>
              <a:rPr lang="en-US" altLang="ko-KR"/>
              <a:t>, </a:t>
            </a:r>
            <a:r>
              <a:rPr lang="ko-KR" altLang="en-US"/>
              <a:t>아래에는 모델 점수와 </a:t>
            </a:r>
            <a:r>
              <a:rPr lang="en-US" altLang="ko-KR"/>
              <a:t>AI </a:t>
            </a:r>
            <a:r>
              <a:rPr lang="ko-KR" altLang="en-US"/>
              <a:t>임계값을 같은 시간축에 표시했습니다</a:t>
            </a:r>
            <a:r>
              <a:rPr lang="en-US" altLang="ko-KR"/>
              <a:t>. 2</a:t>
            </a:r>
            <a:r>
              <a:rPr lang="ko-KR" altLang="en-US"/>
              <a:t>볼트 선은 위치를 비교하기 위한 자료 기준선이며 자동 위험 판정에 사용하지 않았습니다</a:t>
            </a:r>
            <a:r>
              <a:rPr lang="en-US" altLang="ko-KR"/>
              <a:t>. </a:t>
            </a:r>
            <a:r>
              <a:rPr lang="ko-KR" altLang="en-US"/>
              <a:t>아래 띠는 합성 정답의 위험 구간</a:t>
            </a:r>
            <a:r>
              <a:rPr lang="en-US" altLang="ko-KR"/>
              <a:t>, </a:t>
            </a:r>
            <a:r>
              <a:rPr lang="ko-KR" altLang="en-US"/>
              <a:t>프로그램 경보</a:t>
            </a:r>
            <a:r>
              <a:rPr lang="en-US" altLang="ko-KR"/>
              <a:t>, </a:t>
            </a:r>
            <a:r>
              <a:rPr lang="ko-KR" altLang="en-US"/>
              <a:t>판정 불가 구간입니다</a:t>
            </a:r>
            <a:r>
              <a:rPr lang="en-US" altLang="ko-KR"/>
              <a:t>. </a:t>
            </a:r>
            <a:r>
              <a:rPr lang="ko-KR" altLang="en-US"/>
              <a:t>시작할 때는 </a:t>
            </a:r>
            <a:r>
              <a:rPr lang="en-US" altLang="ko-KR"/>
              <a:t>64</a:t>
            </a:r>
            <a:r>
              <a:rPr lang="ko-KR" altLang="en-US"/>
              <a:t>개 시점이 모이지 않아 판정 불가로 표시됩니다</a:t>
            </a:r>
            <a:r>
              <a:rPr lang="en-US" altLang="ko-KR"/>
              <a:t>. </a:t>
            </a:r>
            <a:r>
              <a:rPr lang="ko-KR" altLang="en-US"/>
              <a:t>이후 최근 입력으로 점수를 계산하고</a:t>
            </a:r>
            <a:r>
              <a:rPr lang="en-US" altLang="ko-KR"/>
              <a:t>, 2</a:t>
            </a:r>
            <a:r>
              <a:rPr lang="ko-KR" altLang="en-US"/>
              <a:t>회 연속 임계값 이상일 때 경보를 시작합니다</a:t>
            </a:r>
            <a:r>
              <a:rPr lang="en-US" altLang="ko-KR"/>
              <a:t>. </a:t>
            </a:r>
            <a:r>
              <a:rPr lang="ko-KR" altLang="en-US"/>
              <a:t>재생 배속을 바꿔도 관측 시각과 경보 시각은 유지합니다</a:t>
            </a:r>
            <a:r>
              <a:rPr lang="en-US" altLang="ko-KR"/>
              <a:t>. </a:t>
            </a:r>
            <a:r>
              <a:rPr lang="ko-KR" altLang="en-US"/>
              <a:t>이 그래프의 시간은 입력 데이터 시간이며 </a:t>
            </a:r>
            <a:r>
              <a:rPr lang="en-US" altLang="ko-KR"/>
              <a:t>PC </a:t>
            </a:r>
            <a:r>
              <a:rPr lang="ko-KR" altLang="en-US"/>
              <a:t>처리 시간이나 센서 전송 지연과는 구분합니다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C:\Users\bloss\OneDrive\</a:t>
            </a:r>
            <a:r>
              <a:rPr lang="ko-KR" altLang="en-US"/>
              <a:t>바탕 화면</a:t>
            </a:r>
            <a:r>
              <a:rPr lang="en-US" altLang="ko-KR"/>
              <a:t>\</a:t>
            </a:r>
            <a:r>
              <a:rPr lang="ko-KR" altLang="en-US"/>
              <a:t>취업</a:t>
            </a:r>
            <a:r>
              <a:rPr lang="en-US" altLang="ko-KR"/>
              <a:t>\</a:t>
            </a:r>
            <a:r>
              <a:rPr lang="ko-KR" altLang="en-US"/>
              <a:t>프로젝트</a:t>
            </a:r>
            <a:r>
              <a:rPr lang="en-US" altLang="ko-KR"/>
              <a:t>\artifacts\integrated-20261012\calibrated-3/replay/heldout/timeline.jsonl; </a:t>
            </a:r>
            <a:r>
              <a:rPr lang="ko-KR" altLang="en-US"/>
              <a:t>합성 세션 </a:t>
            </a:r>
            <a:r>
              <a:rPr lang="en-US" altLang="ko-KR"/>
              <a:t>case-048. 100ms </a:t>
            </a:r>
            <a:r>
              <a:rPr lang="ko-KR" altLang="en-US"/>
              <a:t>정렬</a:t>
            </a:r>
            <a:r>
              <a:rPr lang="en-US" altLang="ko-KR"/>
              <a:t>, stride 4, on=off=0.1741286814212799, </a:t>
            </a:r>
            <a:r>
              <a:rPr lang="ko-KR" altLang="en-US"/>
              <a:t>연속 </a:t>
            </a:r>
            <a:r>
              <a:rPr lang="en-US" altLang="ko-KR"/>
              <a:t>2</a:t>
            </a:r>
            <a:r>
              <a:rPr lang="ko-KR" altLang="en-US"/>
              <a:t>회</a:t>
            </a:r>
            <a:r>
              <a:rPr lang="en-US" altLang="ko-KR"/>
              <a:t>. </a:t>
            </a:r>
            <a:r>
              <a:rPr lang="ko-KR" altLang="en-US"/>
              <a:t>원본 관측 주기는 센서별 유지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03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모델 크기는 </a:t>
            </a:r>
            <a:r>
              <a:rPr lang="en-US" altLang="ko-KR"/>
              <a:t>Hidden 16, 32, 64</a:t>
            </a:r>
            <a:r>
              <a:rPr lang="ko-KR" altLang="en-US"/>
              <a:t>와 다른 </a:t>
            </a:r>
            <a:r>
              <a:rPr lang="en-US" altLang="ko-KR"/>
              <a:t>seed</a:t>
            </a:r>
            <a:r>
              <a:rPr lang="ko-KR" altLang="en-US"/>
              <a:t>를 비교했습니다</a:t>
            </a:r>
            <a:r>
              <a:rPr lang="en-US" altLang="ko-KR"/>
              <a:t>. </a:t>
            </a:r>
            <a:r>
              <a:rPr lang="ko-KR" altLang="en-US"/>
              <a:t>추가로 빠른 센서 </a:t>
            </a:r>
            <a:r>
              <a:rPr lang="en-US" altLang="ko-KR"/>
              <a:t>5</a:t>
            </a:r>
            <a:r>
              <a:rPr lang="ko-KR" altLang="en-US"/>
              <a:t>종만 사용하는 모델도 시험했습니다</a:t>
            </a:r>
            <a:r>
              <a:rPr lang="en-US" altLang="ko-KR"/>
              <a:t>. </a:t>
            </a:r>
            <a:r>
              <a:rPr lang="ko-KR" altLang="en-US"/>
              <a:t>모델 선택에는 테스트 성능을 사용하지 않고 검증 데이터만 사용했습니다</a:t>
            </a:r>
            <a:r>
              <a:rPr lang="en-US" altLang="ko-KR"/>
              <a:t>. </a:t>
            </a:r>
            <a:r>
              <a:rPr lang="ko-KR" altLang="en-US"/>
              <a:t>이번 합성 조건에서는 </a:t>
            </a:r>
            <a:r>
              <a:rPr lang="en-US" altLang="ko-KR"/>
              <a:t>Hidden 16, </a:t>
            </a:r>
            <a:r>
              <a:rPr lang="ko-KR" altLang="en-US"/>
              <a:t>특징 </a:t>
            </a:r>
            <a:r>
              <a:rPr lang="en-US" altLang="ko-KR"/>
              <a:t>15</a:t>
            </a:r>
            <a:r>
              <a:rPr lang="ko-KR" altLang="en-US"/>
              <a:t>개의 후보를 선택했습니다</a:t>
            </a:r>
            <a:r>
              <a:rPr lang="en-US" altLang="ko-KR"/>
              <a:t>. 15</a:t>
            </a:r>
            <a:r>
              <a:rPr lang="ko-KR" altLang="en-US"/>
              <a:t>개 특징은 센서값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결측 표시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관측 후 경과 시간 </a:t>
            </a:r>
            <a:r>
              <a:rPr lang="en-US" altLang="ko-KR"/>
              <a:t>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모델 파라미터는 </a:t>
            </a:r>
            <a:r>
              <a:rPr lang="en-US" altLang="ko-KR"/>
              <a:t>2,065</a:t>
            </a:r>
            <a:r>
              <a:rPr lang="ko-KR" altLang="en-US"/>
              <a:t>개입니다</a:t>
            </a:r>
            <a:r>
              <a:rPr lang="en-US" altLang="ko-KR"/>
              <a:t>. </a:t>
            </a:r>
            <a:r>
              <a:rPr lang="ko-KR" altLang="en-US"/>
              <a:t>느린 센서의 원본 기록은 계속 보존하며</a:t>
            </a:r>
            <a:r>
              <a:rPr lang="en-US" altLang="ko-KR"/>
              <a:t>, </a:t>
            </a:r>
            <a:r>
              <a:rPr lang="ko-KR" altLang="en-US"/>
              <a:t>실제 데이터에서도 느린 센서가 필요 없다는 결론은 내리지 않았습니다</a:t>
            </a:r>
            <a:r>
              <a:rPr lang="en-US" altLang="ko-KR"/>
              <a:t>. </a:t>
            </a:r>
            <a:r>
              <a:rPr lang="ko-KR" altLang="en-US"/>
              <a:t>긴 온습도 추세를 분석하려면 별도의 장기 입력과 실제 정답 검증이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experiment-comparison.json, models/lstm16-fast-only/report.json. Hidden/seed/</a:t>
            </a:r>
            <a:r>
              <a:rPr lang="ko-KR" altLang="en-US"/>
              <a:t>특징 실험 </a:t>
            </a:r>
            <a:r>
              <a:rPr lang="en-US" altLang="ko-KR"/>
              <a:t>5</a:t>
            </a:r>
            <a:r>
              <a:rPr lang="ko-KR" altLang="en-US"/>
              <a:t>개</a:t>
            </a:r>
            <a:r>
              <a:rPr lang="en-US" altLang="ko-KR"/>
              <a:t>, validation </a:t>
            </a:r>
            <a:r>
              <a:rPr lang="ko-KR" altLang="en-US"/>
              <a:t>전용 선택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최대 학습 횟수는 </a:t>
            </a:r>
            <a:r>
              <a:rPr lang="en-US" altLang="ko-KR"/>
              <a:t>50</a:t>
            </a:r>
            <a:r>
              <a:rPr lang="ko-KR" altLang="en-US"/>
              <a:t>회로 설정했고</a:t>
            </a:r>
            <a:r>
              <a:rPr lang="en-US" altLang="ko-KR"/>
              <a:t>, </a:t>
            </a:r>
            <a:r>
              <a:rPr lang="ko-KR" altLang="en-US"/>
              <a:t>검증 손실에 따라 학습률 감소와 조기 종료를 적용했습니다</a:t>
            </a:r>
            <a:r>
              <a:rPr lang="en-US" altLang="ko-KR"/>
              <a:t>. </a:t>
            </a:r>
            <a:r>
              <a:rPr lang="ko-KR" altLang="en-US"/>
              <a:t>선택 모델은 </a:t>
            </a:r>
            <a:r>
              <a:rPr lang="en-US" altLang="ko-KR"/>
              <a:t>32</a:t>
            </a:r>
            <a:r>
              <a:rPr lang="ko-KR" altLang="en-US"/>
              <a:t>회에서 종료됐고</a:t>
            </a:r>
            <a:r>
              <a:rPr lang="en-US" altLang="ko-KR"/>
              <a:t>, </a:t>
            </a:r>
            <a:r>
              <a:rPr lang="ko-KR" altLang="en-US"/>
              <a:t>최종 저장에는 </a:t>
            </a:r>
            <a:r>
              <a:rPr lang="en-US" altLang="ko-KR"/>
              <a:t>24</a:t>
            </a:r>
            <a:r>
              <a:rPr lang="ko-KR" altLang="en-US"/>
              <a:t>회차의 가중치를 사용했습니다</a:t>
            </a:r>
            <a:r>
              <a:rPr lang="en-US" altLang="ko-KR"/>
              <a:t>. </a:t>
            </a:r>
            <a:r>
              <a:rPr lang="ko-KR" altLang="en-US"/>
              <a:t>왼쪽 손실 곡선은 실제 저장된 학습 기록이고</a:t>
            </a:r>
            <a:r>
              <a:rPr lang="en-US" altLang="ko-KR"/>
              <a:t>, </a:t>
            </a:r>
            <a:r>
              <a:rPr lang="ko-KR" altLang="en-US"/>
              <a:t>오른쪽은 별도 테스트의 </a:t>
            </a:r>
            <a:r>
              <a:rPr lang="en-US" altLang="ko-KR"/>
              <a:t>PR </a:t>
            </a:r>
            <a:r>
              <a:rPr lang="ko-KR" altLang="en-US"/>
              <a:t>곡선입니다</a:t>
            </a:r>
            <a:r>
              <a:rPr lang="en-US" altLang="ko-KR"/>
              <a:t>. </a:t>
            </a:r>
            <a:r>
              <a:rPr lang="ko-KR" altLang="en-US"/>
              <a:t>검증 손실이 후반에 증가하는 부분도 그대로 표시했습니다</a:t>
            </a:r>
            <a:r>
              <a:rPr lang="en-US" altLang="ko-KR"/>
              <a:t>. PR </a:t>
            </a:r>
            <a:r>
              <a:rPr lang="ko-KR" altLang="en-US"/>
              <a:t>곡선은 임계값별 </a:t>
            </a:r>
            <a:r>
              <a:rPr lang="en-US" altLang="ko-KR"/>
              <a:t>precision</a:t>
            </a:r>
            <a:r>
              <a:rPr lang="ko-KR" altLang="en-US"/>
              <a:t>과 </a:t>
            </a:r>
            <a:r>
              <a:rPr lang="en-US" altLang="ko-KR"/>
              <a:t>recall</a:t>
            </a:r>
            <a:r>
              <a:rPr lang="ko-KR" altLang="en-US"/>
              <a:t>의 절충을 보여 줍니다</a:t>
            </a:r>
            <a:r>
              <a:rPr lang="en-US" altLang="ko-KR"/>
              <a:t>. </a:t>
            </a:r>
            <a:r>
              <a:rPr lang="ko-KR" altLang="en-US"/>
              <a:t>면적이 높아도 실제 선택 임계값의 오경보와 미탐지가 없어지는 것은 아니므로 다음 혼동행렬을 함께 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models/lstm16-fast-only/history.json, test-predictions.npz, report.json; sklearn precision_recall_curve. https://keras.io/api/layers/recurrent_layers/lstm/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05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별도 테스트 입력 </a:t>
            </a:r>
            <a:r>
              <a:rPr lang="en-US" altLang="ko-KR"/>
              <a:t>1,620</a:t>
            </a:r>
            <a:r>
              <a:rPr lang="ko-KR" altLang="en-US"/>
              <a:t>개에서 정상 </a:t>
            </a:r>
            <a:r>
              <a:rPr lang="en-US" altLang="ko-KR"/>
              <a:t>1,437</a:t>
            </a:r>
            <a:r>
              <a:rPr lang="ko-KR" altLang="en-US"/>
              <a:t>개와 위험 </a:t>
            </a:r>
            <a:r>
              <a:rPr lang="en-US" altLang="ko-KR"/>
              <a:t>164</a:t>
            </a:r>
            <a:r>
              <a:rPr lang="ko-KR" altLang="en-US"/>
              <a:t>개를 올바르게 분류했습니다</a:t>
            </a:r>
            <a:r>
              <a:rPr lang="en-US" altLang="ko-KR"/>
              <a:t>. </a:t>
            </a:r>
            <a:r>
              <a:rPr lang="ko-KR" altLang="en-US"/>
              <a:t>정상 입력을 위험으로 예측한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위험 입력을 정상으로 예측한 </a:t>
            </a:r>
            <a:r>
              <a:rPr lang="en-US" altLang="ko-KR"/>
              <a:t>FN</a:t>
            </a:r>
            <a:r>
              <a:rPr lang="ko-KR" altLang="en-US"/>
              <a:t>은 </a:t>
            </a:r>
            <a:r>
              <a:rPr lang="en-US" altLang="ko-KR"/>
              <a:t>1</a:t>
            </a:r>
            <a:r>
              <a:rPr lang="ko-KR" altLang="en-US"/>
              <a:t>개입니다</a:t>
            </a:r>
            <a:r>
              <a:rPr lang="en-US" altLang="ko-KR"/>
              <a:t>. Precision</a:t>
            </a:r>
            <a:r>
              <a:rPr lang="ko-KR" altLang="en-US"/>
              <a:t>은 </a:t>
            </a:r>
            <a:r>
              <a:rPr lang="en-US" altLang="ko-KR"/>
              <a:t>0.901, Recall</a:t>
            </a:r>
            <a:r>
              <a:rPr lang="ko-KR" altLang="en-US"/>
              <a:t>은 </a:t>
            </a:r>
            <a:r>
              <a:rPr lang="en-US" altLang="ko-KR"/>
              <a:t>0.994, F1</a:t>
            </a:r>
            <a:r>
              <a:rPr lang="ko-KR" altLang="en-US"/>
              <a:t>은 </a:t>
            </a:r>
            <a:r>
              <a:rPr lang="en-US" altLang="ko-KR"/>
              <a:t>0.945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같은 데이터의 </a:t>
            </a:r>
            <a:r>
              <a:rPr lang="en-US" altLang="ko-KR"/>
              <a:t>Logistic</a:t>
            </a:r>
            <a:r>
              <a:rPr lang="ko-KR" altLang="en-US"/>
              <a:t>은 </a:t>
            </a:r>
            <a:r>
              <a:rPr lang="en-US" altLang="ko-KR"/>
              <a:t>FN 13</a:t>
            </a:r>
            <a:r>
              <a:rPr lang="ko-KR" altLang="en-US"/>
              <a:t>개</a:t>
            </a:r>
            <a:r>
              <a:rPr lang="en-US" altLang="ko-KR"/>
              <a:t>, FP 8</a:t>
            </a:r>
            <a:r>
              <a:rPr lang="ko-KR" altLang="en-US"/>
              <a:t>개였습니다</a:t>
            </a:r>
            <a:r>
              <a:rPr lang="en-US" altLang="ko-KR"/>
              <a:t>. LSTM</a:t>
            </a:r>
            <a:r>
              <a:rPr lang="ko-KR" altLang="en-US"/>
              <a:t>은 이 시험에서 미탐지가 적은 대신 오경보 입력이 더 많았습니다</a:t>
            </a:r>
            <a:r>
              <a:rPr lang="en-US" altLang="ko-KR"/>
              <a:t>. </a:t>
            </a:r>
            <a:r>
              <a:rPr lang="ko-KR" altLang="en-US"/>
              <a:t>어떤 절충이 적절한지는 실제 운용 요구와 데이터로 결정해야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models/lstm16-fast-only/report.json models.lstm.test / models.logistic.test. </a:t>
            </a:r>
            <a:r>
              <a:rPr lang="ko-KR" altLang="en-US"/>
              <a:t>새로운 합성 </a:t>
            </a:r>
            <a:r>
              <a:rPr lang="en-US" altLang="ko-KR"/>
              <a:t>fixture</a:t>
            </a:r>
            <a:r>
              <a:rPr lang="ko-KR" altLang="en-US"/>
              <a:t>이며 이전 </a:t>
            </a:r>
            <a:r>
              <a:rPr lang="en-US" altLang="ko-KR"/>
              <a:t>FP46 </a:t>
            </a:r>
            <a:r>
              <a:rPr lang="ko-KR" altLang="en-US"/>
              <a:t>실험과 직접 증감 비교 불가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99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입력별 </a:t>
            </a:r>
            <a:r>
              <a:rPr lang="en-US" altLang="ko-KR"/>
              <a:t>FP</a:t>
            </a:r>
            <a:r>
              <a:rPr lang="ko-KR" altLang="en-US"/>
              <a:t>와 실제 경보 횟수는 다릅니다</a:t>
            </a:r>
            <a:r>
              <a:rPr lang="en-US" altLang="ko-KR"/>
              <a:t>. </a:t>
            </a:r>
            <a:r>
              <a:rPr lang="ko-KR" altLang="en-US"/>
              <a:t>여러 양성 입력이 하나의 경보로 이어질 수 있기 때문입니다</a:t>
            </a:r>
            <a:r>
              <a:rPr lang="en-US" altLang="ko-KR"/>
              <a:t>. </a:t>
            </a:r>
            <a:r>
              <a:rPr lang="ko-KR" altLang="en-US"/>
              <a:t>이번에는 정상 구간에서 경보가 새로 시작하면 오경보 에피소드로 계산하고</a:t>
            </a:r>
            <a:r>
              <a:rPr lang="en-US" altLang="ko-KR"/>
              <a:t>, </a:t>
            </a:r>
            <a:r>
              <a:rPr lang="ko-KR" altLang="en-US"/>
              <a:t>정상 구간에 경보가 유지된 시간도 따로 셌습니다</a:t>
            </a:r>
            <a:r>
              <a:rPr lang="en-US" altLang="ko-KR"/>
              <a:t>. </a:t>
            </a:r>
            <a:r>
              <a:rPr lang="ko-KR" altLang="en-US"/>
              <a:t>혼합 테스트에서 </a:t>
            </a:r>
            <a:r>
              <a:rPr lang="en-US" altLang="ko-KR"/>
              <a:t>FP</a:t>
            </a:r>
            <a:r>
              <a:rPr lang="ko-KR" altLang="en-US"/>
              <a:t>는 </a:t>
            </a:r>
            <a:r>
              <a:rPr lang="en-US" altLang="ko-KR"/>
              <a:t>18</a:t>
            </a:r>
            <a:r>
              <a:rPr lang="ko-KR" altLang="en-US"/>
              <a:t>개였지만</a:t>
            </a:r>
            <a:r>
              <a:rPr lang="en-US" altLang="ko-KR"/>
              <a:t>, </a:t>
            </a:r>
            <a:r>
              <a:rPr lang="ko-KR" altLang="en-US"/>
              <a:t>정상 구간에서 시작한 새 경보는 </a:t>
            </a:r>
            <a:r>
              <a:rPr lang="en-US" altLang="ko-KR"/>
              <a:t>0</a:t>
            </a:r>
            <a:r>
              <a:rPr lang="ko-KR" altLang="en-US"/>
              <a:t>회였습니다</a:t>
            </a:r>
            <a:r>
              <a:rPr lang="en-US" altLang="ko-KR"/>
              <a:t>. </a:t>
            </a:r>
            <a:r>
              <a:rPr lang="ko-KR" altLang="en-US"/>
              <a:t>위험 후 정상으로 돌아온 뒤 경보가 잠시 유지돼 정상 경보 시간은 </a:t>
            </a:r>
            <a:r>
              <a:rPr lang="en-US" altLang="ko-KR"/>
              <a:t>7.5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유효한 정상 시간 대비 약 </a:t>
            </a:r>
            <a:r>
              <a:rPr lang="en-US" altLang="ko-KR"/>
              <a:t>1.30</a:t>
            </a:r>
            <a:r>
              <a:rPr lang="ko-KR" altLang="en-US"/>
              <a:t>퍼센트입니다</a:t>
            </a:r>
            <a:r>
              <a:rPr lang="en-US" altLang="ko-KR"/>
              <a:t>. </a:t>
            </a:r>
            <a:r>
              <a:rPr lang="ko-KR" altLang="en-US"/>
              <a:t>합성 위험 구간 </a:t>
            </a:r>
            <a:r>
              <a:rPr lang="en-US" altLang="ko-KR"/>
              <a:t>8</a:t>
            </a:r>
            <a:r>
              <a:rPr lang="ko-KR" altLang="en-US"/>
              <a:t>개는 모두 경보와 겹쳤고 감지 지연 중앙값은 </a:t>
            </a:r>
            <a:r>
              <a:rPr lang="en-US" altLang="ko-KR"/>
              <a:t>0.5</a:t>
            </a:r>
            <a:r>
              <a:rPr lang="ko-KR" altLang="en-US"/>
              <a:t>초였습니다</a:t>
            </a:r>
            <a:r>
              <a:rPr lang="en-US" altLang="ko-KR"/>
              <a:t>. </a:t>
            </a:r>
            <a:r>
              <a:rPr lang="ko-KR" altLang="en-US"/>
              <a:t>별도 </a:t>
            </a:r>
            <a:r>
              <a:rPr lang="en-US" altLang="ko-KR"/>
              <a:t>2</a:t>
            </a:r>
            <a:r>
              <a:rPr lang="ko-KR" altLang="en-US"/>
              <a:t>시간 정상 입력에서는 경보가 </a:t>
            </a:r>
            <a:r>
              <a:rPr lang="en-US" altLang="ko-KR"/>
              <a:t>0</a:t>
            </a:r>
            <a:r>
              <a:rPr lang="ko-KR" altLang="en-US"/>
              <a:t>회였지만 이 한 시험만으로 실제 오경보율을 보장할 수는 없습니다</a:t>
            </a:r>
            <a:r>
              <a:rPr lang="en-US" altLang="ko-KR"/>
              <a:t>. </a:t>
            </a:r>
            <a:r>
              <a:rPr lang="ko-KR" altLang="en-US"/>
              <a:t>물리 규칙이 확인되면 초과와 미달 조건별로 같은 지표를 다시 분석할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calibrated-3 replay summaries; src/evaluation/stream_metrics.py. False alarm=available labeled NORMAL</a:t>
            </a:r>
            <a:r>
              <a:rPr lang="ko-KR" altLang="en-US"/>
              <a:t>에서 </a:t>
            </a:r>
            <a:r>
              <a:rPr lang="en-US" altLang="ko-KR"/>
              <a:t>ENTER. </a:t>
            </a:r>
            <a:r>
              <a:rPr lang="ko-KR" altLang="en-US"/>
              <a:t>정상 유지 시간과 </a:t>
            </a:r>
            <a:r>
              <a:rPr lang="en-US" altLang="ko-KR"/>
              <a:t>unmatched episode </a:t>
            </a:r>
            <a:r>
              <a:rPr lang="ko-KR" altLang="en-US"/>
              <a:t>별도</a:t>
            </a:r>
            <a:r>
              <a:rPr lang="en-US" altLang="ko-KR"/>
              <a:t>. </a:t>
            </a:r>
            <a:r>
              <a:rPr lang="ko-KR" altLang="en-US"/>
              <a:t>위험 구간 매칭</a:t>
            </a:r>
            <a:r>
              <a:rPr lang="en-US" altLang="ko-KR"/>
              <a:t>=</a:t>
            </a:r>
            <a:r>
              <a:rPr lang="ko-KR" altLang="en-US"/>
              <a:t>경보 유효 구간의 겹침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197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 모델을 </a:t>
            </a:r>
            <a:r>
              <a:rPr lang="en-US" altLang="ko-KR"/>
              <a:t>SavedModel</a:t>
            </a:r>
            <a:r>
              <a:rPr lang="ko-KR" altLang="en-US"/>
              <a:t>과 </a:t>
            </a:r>
            <a:r>
              <a:rPr lang="en-US" altLang="ko-KR"/>
              <a:t>float32, float16, INT8 </a:t>
            </a:r>
            <a:r>
              <a:rPr lang="ko-KR" altLang="en-US"/>
              <a:t>형식으로 변환해 실제 </a:t>
            </a:r>
            <a:r>
              <a:rPr lang="en-US" altLang="ko-KR"/>
              <a:t>PC </a:t>
            </a:r>
            <a:r>
              <a:rPr lang="ko-KR" altLang="en-US"/>
              <a:t>추론을 실행했습니다</a:t>
            </a:r>
            <a:r>
              <a:rPr lang="en-US" altLang="ko-KR"/>
              <a:t>. float32</a:t>
            </a:r>
            <a:r>
              <a:rPr lang="ko-KR" altLang="en-US"/>
              <a:t>는 </a:t>
            </a:r>
            <a:r>
              <a:rPr lang="en-US" altLang="ko-KR"/>
              <a:t>17,360</a:t>
            </a:r>
            <a:r>
              <a:rPr lang="ko-KR" altLang="en-US"/>
              <a:t>바이트</a:t>
            </a:r>
            <a:r>
              <a:rPr lang="en-US" altLang="ko-KR"/>
              <a:t>, float16</a:t>
            </a:r>
            <a:r>
              <a:rPr lang="ko-KR" altLang="en-US"/>
              <a:t>은 </a:t>
            </a:r>
            <a:r>
              <a:rPr lang="en-US" altLang="ko-KR"/>
              <a:t>14,260</a:t>
            </a:r>
            <a:r>
              <a:rPr lang="ko-KR" altLang="en-US"/>
              <a:t>바이트였습니다</a:t>
            </a:r>
            <a:r>
              <a:rPr lang="en-US" altLang="ko-KR"/>
              <a:t>. </a:t>
            </a:r>
            <a:r>
              <a:rPr lang="ko-KR" altLang="en-US"/>
              <a:t>두 형식의 테스트 판정 변화는 </a:t>
            </a:r>
            <a:r>
              <a:rPr lang="en-US" altLang="ko-KR"/>
              <a:t>0</a:t>
            </a:r>
            <a:r>
              <a:rPr lang="ko-KR" altLang="en-US"/>
              <a:t>개였습니다</a:t>
            </a:r>
            <a:r>
              <a:rPr lang="en-US" altLang="ko-KR"/>
              <a:t>. INT8</a:t>
            </a:r>
            <a:r>
              <a:rPr lang="ko-KR" altLang="en-US"/>
              <a:t>은 반복 계산을 펼친 그래프 때문에 </a:t>
            </a:r>
            <a:r>
              <a:rPr lang="en-US" altLang="ko-KR"/>
              <a:t>379,576</a:t>
            </a:r>
            <a:r>
              <a:rPr lang="ko-KR" altLang="en-US"/>
              <a:t>바이트로 커졌고</a:t>
            </a:r>
            <a:r>
              <a:rPr lang="en-US" altLang="ko-KR"/>
              <a:t>, </a:t>
            </a:r>
            <a:r>
              <a:rPr lang="ko-KR" altLang="en-US"/>
              <a:t>판정도 </a:t>
            </a:r>
            <a:r>
              <a:rPr lang="en-US" altLang="ko-KR"/>
              <a:t>2</a:t>
            </a:r>
            <a:r>
              <a:rPr lang="ko-KR" altLang="en-US"/>
              <a:t>개 달라져 </a:t>
            </a:r>
            <a:r>
              <a:rPr lang="en-US" altLang="ko-KR"/>
              <a:t>FP</a:t>
            </a:r>
            <a:r>
              <a:rPr lang="ko-KR" altLang="en-US"/>
              <a:t>가 </a:t>
            </a:r>
            <a:r>
              <a:rPr lang="en-US" altLang="ko-KR"/>
              <a:t>18</a:t>
            </a:r>
            <a:r>
              <a:rPr lang="ko-KR" altLang="en-US"/>
              <a:t>개에서 </a:t>
            </a:r>
            <a:r>
              <a:rPr lang="en-US" altLang="ko-KR"/>
              <a:t>20</a:t>
            </a:r>
            <a:r>
              <a:rPr lang="ko-KR" altLang="en-US"/>
              <a:t>개가 됐습니다</a:t>
            </a:r>
            <a:r>
              <a:rPr lang="en-US" altLang="ko-KR"/>
              <a:t>. </a:t>
            </a:r>
            <a:r>
              <a:rPr lang="ko-KR" altLang="en-US"/>
              <a:t>따라서 </a:t>
            </a:r>
            <a:r>
              <a:rPr lang="en-US" altLang="ko-KR"/>
              <a:t>INT8</a:t>
            </a:r>
            <a:r>
              <a:rPr lang="ko-KR" altLang="en-US"/>
              <a:t>이 항상 작거나 좋은 것은 아닙니다</a:t>
            </a:r>
            <a:r>
              <a:rPr lang="en-US" altLang="ko-KR"/>
              <a:t>. C++ </a:t>
            </a:r>
            <a:r>
              <a:rPr lang="ko-KR" altLang="en-US"/>
              <a:t>전처리와 링 버퍼는 기준 입력 </a:t>
            </a:r>
            <a:r>
              <a:rPr lang="en-US" altLang="ko-KR"/>
              <a:t>140</a:t>
            </a:r>
            <a:r>
              <a:rPr lang="ko-KR" altLang="en-US"/>
              <a:t>개로 </a:t>
            </a:r>
            <a:r>
              <a:rPr lang="en-US" altLang="ko-KR"/>
              <a:t>Python </a:t>
            </a:r>
            <a:r>
              <a:rPr lang="ko-KR" altLang="en-US"/>
              <a:t>결과와 일치함을 확인했습니다</a:t>
            </a:r>
            <a:r>
              <a:rPr lang="en-US" altLang="ko-KR"/>
              <a:t>. </a:t>
            </a:r>
            <a:r>
              <a:rPr lang="ko-KR" altLang="en-US"/>
              <a:t>전체 자동 테스트는 </a:t>
            </a:r>
            <a:r>
              <a:rPr lang="en-US" altLang="ko-KR"/>
              <a:t>165</a:t>
            </a:r>
            <a:r>
              <a:rPr lang="ko-KR" altLang="en-US"/>
              <a:t>개를 통과했습니다</a:t>
            </a:r>
            <a:r>
              <a:rPr lang="en-US" altLang="ko-KR"/>
              <a:t>. </a:t>
            </a:r>
            <a:r>
              <a:rPr lang="ko-KR" altLang="en-US"/>
              <a:t>확인한 링</a:t>
            </a:r>
            <a:r>
              <a:rPr lang="en-US" altLang="ko-KR"/>
              <a:t>, </a:t>
            </a:r>
            <a:r>
              <a:rPr lang="ko-KR" altLang="en-US"/>
              <a:t>입력</a:t>
            </a:r>
            <a:r>
              <a:rPr lang="en-US" altLang="ko-KR"/>
              <a:t>, </a:t>
            </a:r>
            <a:r>
              <a:rPr lang="ko-KR" altLang="en-US"/>
              <a:t>작업 공간의 합은 </a:t>
            </a:r>
            <a:r>
              <a:rPr lang="en-US" altLang="ko-KR"/>
              <a:t>12,282</a:t>
            </a:r>
            <a:r>
              <a:rPr lang="ko-KR" altLang="en-US"/>
              <a:t>바이트지만 이것은 전체 </a:t>
            </a:r>
            <a:r>
              <a:rPr lang="en-US" altLang="ko-KR"/>
              <a:t>MCU RAM</a:t>
            </a:r>
            <a:r>
              <a:rPr lang="ko-KR" altLang="en-US"/>
              <a:t>이 아닙니다</a:t>
            </a:r>
            <a:r>
              <a:rPr lang="en-US" altLang="ko-KR"/>
              <a:t>. </a:t>
            </a:r>
            <a:r>
              <a:rPr lang="ko-KR" altLang="en-US"/>
              <a:t>실제 보드의 연산자 지원</a:t>
            </a:r>
            <a:r>
              <a:rPr lang="en-US" altLang="ko-KR"/>
              <a:t>, tensor arena, firmware</a:t>
            </a:r>
            <a:r>
              <a:rPr lang="ko-KR" altLang="en-US"/>
              <a:t>와 처리 기한은 아직 검증하지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export-verified-4/export-report.json, resources-verified-3/resource-report.json, final-audit/audit.json, tests-final.xml. https://developers.google.com/edge/litert/microcontrollers/overview ; https://github.com/tensorflow/tflite-micro/blob/main/tensorflow/lite/micro/docs/memory_management.md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68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PC</a:t>
            </a:r>
            <a:r>
              <a:rPr lang="ko-KR" altLang="en-US"/>
              <a:t>에서는 수신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링 버퍼</a:t>
            </a:r>
            <a:r>
              <a:rPr lang="en-US" altLang="ko-KR"/>
              <a:t>,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알림 판단</a:t>
            </a:r>
            <a:r>
              <a:rPr lang="en-US" altLang="ko-KR"/>
              <a:t>, </a:t>
            </a:r>
            <a:r>
              <a:rPr lang="ko-KR" altLang="en-US"/>
              <a:t>이벤트 저장</a:t>
            </a:r>
            <a:r>
              <a:rPr lang="en-US" altLang="ko-KR"/>
              <a:t>, </a:t>
            </a:r>
            <a:r>
              <a:rPr lang="ko-KR" altLang="en-US"/>
              <a:t>재생과 평가가 연결됩니다</a:t>
            </a:r>
            <a:r>
              <a:rPr lang="en-US" altLang="ko-KR"/>
              <a:t>. </a:t>
            </a:r>
            <a:r>
              <a:rPr lang="ko-KR" altLang="en-US"/>
              <a:t>이벤트 저장 실패나 입력 장애를 정상 판정으로 바꾸지 않고 사유를 기록합니다</a:t>
            </a:r>
            <a:r>
              <a:rPr lang="en-US" altLang="ko-KR"/>
              <a:t>. </a:t>
            </a:r>
            <a:r>
              <a:rPr lang="ko-KR" altLang="en-US"/>
              <a:t>다음은 세 가지입니다</a:t>
            </a:r>
            <a:r>
              <a:rPr lang="en-US" altLang="ko-KR"/>
              <a:t>. </a:t>
            </a:r>
            <a:r>
              <a:rPr lang="ko-KR" altLang="en-US"/>
              <a:t>먼저 회사와 센서 기준의 방향</a:t>
            </a:r>
            <a:r>
              <a:rPr lang="en-US" altLang="ko-KR"/>
              <a:t>, </a:t>
            </a:r>
            <a:r>
              <a:rPr lang="ko-KR" altLang="en-US"/>
              <a:t>단위</a:t>
            </a:r>
            <a:r>
              <a:rPr lang="en-US" altLang="ko-KR"/>
              <a:t>, </a:t>
            </a:r>
            <a:r>
              <a:rPr lang="ko-KR" altLang="en-US"/>
              <a:t>온도 기준과 허용 오경보 및 지연을 확정해야 합니다</a:t>
            </a:r>
            <a:r>
              <a:rPr lang="en-US" altLang="ko-KR"/>
              <a:t>. </a:t>
            </a:r>
            <a:r>
              <a:rPr lang="ko-KR" altLang="en-US"/>
              <a:t>다음으로 실제 측정값과 독립적인 정답을 확보해 재학습하고 조건별 테스트를 늘려야 합니다</a:t>
            </a:r>
            <a:r>
              <a:rPr lang="en-US" altLang="ko-KR"/>
              <a:t>. </a:t>
            </a:r>
            <a:r>
              <a:rPr lang="ko-KR" altLang="en-US"/>
              <a:t>마지막으로 실제 통신 규격에 맞춘 어댑터와 목표 </a:t>
            </a:r>
            <a:r>
              <a:rPr lang="en-US" altLang="ko-KR"/>
              <a:t>MCU</a:t>
            </a:r>
            <a:r>
              <a:rPr lang="ko-KR" altLang="en-US"/>
              <a:t>를 연결해 메모리</a:t>
            </a:r>
            <a:r>
              <a:rPr lang="en-US" altLang="ko-KR"/>
              <a:t>, </a:t>
            </a:r>
            <a:r>
              <a:rPr lang="ko-KR" altLang="en-US"/>
              <a:t>연산자와 최악 처리 시간을 측정해야 합니다</a:t>
            </a:r>
            <a:r>
              <a:rPr lang="en-US" altLang="ko-KR"/>
              <a:t>. </a:t>
            </a:r>
            <a:r>
              <a:rPr lang="ko-KR" altLang="en-US"/>
              <a:t>현재 예측 대상은 입력 종료 시점의 상태이며</a:t>
            </a:r>
            <a:r>
              <a:rPr lang="en-US" altLang="ko-KR"/>
              <a:t>, </a:t>
            </a:r>
            <a:r>
              <a:rPr lang="ko-KR" altLang="en-US"/>
              <a:t>미래 낙뢰 예측을 검증한 모델은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docs/integrated-development-plan-20261012.md; configs/target_mcu.yaml. </a:t>
            </a:r>
            <a:r>
              <a:rPr lang="ko-KR" altLang="en-US"/>
              <a:t>실제 기준</a:t>
            </a:r>
            <a:r>
              <a:rPr lang="en-US" altLang="ko-KR"/>
              <a:t>, </a:t>
            </a:r>
            <a:r>
              <a:rPr lang="ko-KR" altLang="en-US"/>
              <a:t>실측 정답</a:t>
            </a:r>
            <a:r>
              <a:rPr lang="en-US" altLang="ko-KR"/>
              <a:t>, </a:t>
            </a:r>
            <a:r>
              <a:rPr lang="ko-KR" altLang="en-US"/>
              <a:t>패킷 규격</a:t>
            </a:r>
            <a:r>
              <a:rPr lang="en-US" altLang="ko-KR"/>
              <a:t>, MCU/</a:t>
            </a:r>
            <a:r>
              <a:rPr lang="ko-KR" altLang="en-US"/>
              <a:t>자원 예산 외부 정보 미제공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25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DC937-9C4B-7636-AFD7-F2B300B40EA9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13CF-53F2-381E-F101-7A95A88B832B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ko-KR" altLang="en-US" sz="4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 추론과 이벤트 기록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AB51C-FE69-DF1D-7426-B9D8A95204F3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CE8A3-1E68-4FBD-237D-2DC068271C8C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88DD6-D0E0-E7A2-6D15-67C49B0B563B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2026. 10. 12.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64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E45D1-74AB-4F9E-3F6A-0709DF8980A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센서 범위와 판정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A5BF5-2C88-1BA5-0FC0-27502711F35A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숫자 보존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방향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기준이 미확정이므로 물리 규칙 비활성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6F2E8-01A5-25A9-612A-03CDFF476C7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FF3684-3FDC-B451-59BC-080BD310B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26900"/>
              </p:ext>
            </p:extLst>
          </p:nvPr>
        </p:nvGraphicFramePr>
        <p:xfrm>
          <a:off x="685800" y="1422400"/>
          <a:ext cx="10668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5535275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551501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268109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541332344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 기준값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확인할 의미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9999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19663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86685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88064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1062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6202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상승량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8582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미달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53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기준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855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정격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3736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 의미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045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C471FA-2011-DCE3-E80A-B2B779568444}"/>
              </a:ext>
            </a:extLst>
          </p:cNvPr>
          <p:cNvSpPr txBox="1"/>
          <p:nvPr/>
        </p:nvSpPr>
        <p:spPr>
          <a:xfrm>
            <a:off x="685800" y="596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센싱 범위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규칙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정답 </a:t>
            </a:r>
            <a:r>
              <a:rPr lang="en-US" altLang="ko-KR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7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임계값을 따로 관리</a:t>
            </a:r>
          </a:p>
        </p:txBody>
      </p:sp>
    </p:spTree>
    <p:extLst>
      <p:ext uri="{BB962C8B-B14F-4D97-AF65-F5344CB8AC3E}">
        <p14:creationId xmlns:p14="http://schemas.microsoft.com/office/powerpoint/2010/main" val="15359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89B92-1703-0460-D408-01C20C258914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확대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DA5FA-4BC3-C09D-4900-2306000D21A0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소프트웨어 시험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입력 창을 독립적인 사건 수로 해석하지 않음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56C3-30BD-D92B-289D-D71C915E1E3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B551E-490A-38D1-4D10-37672877B64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42,000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입력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75FDE8-CE06-26AD-6164-158373624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851733"/>
              </p:ext>
            </p:extLst>
          </p:nvPr>
        </p:nvGraphicFramePr>
        <p:xfrm>
          <a:off x="685800" y="2349500"/>
          <a:ext cx="10668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46604351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8395767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362176096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검증 원본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연속 시험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2167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60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10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세션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72,000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2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0869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88D87FD-05B3-3265-AE0B-0F8F558E1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34523"/>
              </p:ext>
            </p:extLst>
          </p:nvPr>
        </p:nvGraphicFramePr>
        <p:xfrm>
          <a:off x="685800" y="4000500"/>
          <a:ext cx="106680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418851561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52113274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2393153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2134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1,620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613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8739FA-E34E-BBF6-2D2A-90F5FC9BC80F}"/>
              </a:ext>
            </a:extLst>
          </p:cNvPr>
          <p:cNvSpPr txBox="1"/>
          <p:nvPr/>
        </p:nvSpPr>
        <p:spPr>
          <a:xfrm>
            <a:off x="685800" y="567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잡음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값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변화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</p:spTree>
    <p:extLst>
      <p:ext uri="{BB962C8B-B14F-4D97-AF65-F5344CB8AC3E}">
        <p14:creationId xmlns:p14="http://schemas.microsoft.com/office/powerpoint/2010/main" val="354108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B8956-359A-3D7B-4649-840BAE17CFB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버퍼와 이벤트 기록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CB35E-4DD6-A4A4-4E38-95DCDF3CB2E4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특징은 고정 배열에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관측은 별도 제한된 기록에 보존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C72EE-340D-6970-2815-A689F05B961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81ABA-10C7-CB3D-04B3-7735830D8291}"/>
              </a:ext>
            </a:extLst>
          </p:cNvPr>
          <p:cNvSpPr txBox="1"/>
          <p:nvPr/>
        </p:nvSpPr>
        <p:spPr>
          <a:xfrm>
            <a:off x="685800" y="143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 → 최신 </a:t>
            </a:r>
            <a:r>
              <a:rPr lang="en-US" altLang="ko-KR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r>
            <a:r>
              <a:rPr lang="ko-KR" altLang="en-US" sz="31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추론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01D73E-27A6-9D41-9F88-FB93B119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13929"/>
              </p:ext>
            </p:extLst>
          </p:nvPr>
        </p:nvGraphicFramePr>
        <p:xfrm>
          <a:off x="685800" y="2362200"/>
          <a:ext cx="10668000" cy="207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67345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00478512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629384812"/>
                    </a:ext>
                  </a:extLst>
                </a:gridCol>
              </a:tblGrid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60319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89334"/>
                  </a:ext>
                </a:extLst>
              </a:tr>
              <a:tr h="6900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51~114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52~115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791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676E9B-8C08-FC08-7FD7-F73D3AD46DD0}"/>
              </a:ext>
            </a:extLst>
          </p:cNvPr>
          <p:cNvSpPr txBox="1"/>
          <p:nvPr/>
        </p:nvSpPr>
        <p:spPr>
          <a:xfrm>
            <a:off x="685800" y="48133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후 </a:t>
            </a:r>
            <a:r>
              <a:rPr lang="en-US" altLang="ko-KR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자동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07759-4D0D-676F-5534-3DD6283078F3}"/>
              </a:ext>
            </a:extLst>
          </p:cNvPr>
          <p:cNvSpPr txBox="1"/>
          <p:nvPr/>
        </p:nvSpPr>
        <p:spPr>
          <a:xfrm>
            <a:off x="685800" y="5626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유효성 검사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writer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수 제한</a:t>
            </a:r>
          </a:p>
        </p:txBody>
      </p:sp>
    </p:spTree>
    <p:extLst>
      <p:ext uri="{BB962C8B-B14F-4D97-AF65-F5344CB8AC3E}">
        <p14:creationId xmlns:p14="http://schemas.microsoft.com/office/powerpoint/2010/main" val="362072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9308F-3DB0-6146-8B1E-A8E32155315C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재생 타임라인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9C152-6972-EED2-ED5B-510B1841876B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시각 기준이며 실제 센서 전송 지연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시간과 다름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3A03F-5B69-4ABD-4940-929003A14AD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A9C2-63B7-58FE-2607-1D14186591F6}"/>
              </a:ext>
            </a:extLst>
          </p:cNvPr>
          <p:cNvSpPr txBox="1"/>
          <p:nvPr/>
        </p:nvSpPr>
        <p:spPr>
          <a:xfrm>
            <a:off x="685800" y="146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대지전위 </a:t>
            </a:r>
            <a:r>
              <a:rPr lang="en-US" altLang="ko-KR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(V)</a:t>
            </a:r>
            <a:endParaRPr lang="ko-KR" altLang="en-US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811F3-2E75-6C40-477D-4DA41871BFF0}"/>
              </a:ext>
            </a:extLst>
          </p:cNvPr>
          <p:cNvSpPr txBox="1"/>
          <p:nvPr/>
        </p:nvSpPr>
        <p:spPr>
          <a:xfrm>
            <a:off x="4572000" y="13335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기준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V (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위험 규칙 미적용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E28FBC3-068D-6242-119D-5102BD6C6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531720"/>
              </p:ext>
            </p:extLst>
          </p:nvPr>
        </p:nvGraphicFramePr>
        <p:xfrm>
          <a:off x="2349500" y="1676400"/>
          <a:ext cx="9271000" cy="147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1C892E-9E7B-E661-F330-CBED3DD0C5F4}"/>
              </a:ext>
            </a:extLst>
          </p:cNvPr>
          <p:cNvSpPr txBox="1"/>
          <p:nvPr/>
        </p:nvSpPr>
        <p:spPr>
          <a:xfrm>
            <a:off x="685800" y="34163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점수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3FB-A883-D859-DB7F-436FEE59B9B5}"/>
              </a:ext>
            </a:extLst>
          </p:cNvPr>
          <p:cNvSpPr txBox="1"/>
          <p:nvPr/>
        </p:nvSpPr>
        <p:spPr>
          <a:xfrm>
            <a:off x="4572000" y="32004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AI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0.174, 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 </a:t>
            </a:r>
            <a:r>
              <a:rPr lang="en-US" altLang="ko-KR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확인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B0893608-E19D-3461-8AB8-BB541CF03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011189"/>
              </p:ext>
            </p:extLst>
          </p:nvPr>
        </p:nvGraphicFramePr>
        <p:xfrm>
          <a:off x="2349500" y="3530600"/>
          <a:ext cx="9271000" cy="158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99528D-ED8B-A876-7092-CD63E9603FEC}"/>
              </a:ext>
            </a:extLst>
          </p:cNvPr>
          <p:cNvSpPr txBox="1"/>
          <p:nvPr/>
        </p:nvSpPr>
        <p:spPr>
          <a:xfrm>
            <a:off x="685800" y="5283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정답 위험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17A2B-62B0-905C-6618-02EE13CAA343}"/>
              </a:ext>
            </a:extLst>
          </p:cNvPr>
          <p:cNvSpPr/>
          <p:nvPr/>
        </p:nvSpPr>
        <p:spPr>
          <a:xfrm>
            <a:off x="2739115" y="5321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FD2E76-136B-0539-D648-9C4E7F066E19}"/>
              </a:ext>
            </a:extLst>
          </p:cNvPr>
          <p:cNvSpPr/>
          <p:nvPr/>
        </p:nvSpPr>
        <p:spPr>
          <a:xfrm>
            <a:off x="5536369" y="5321300"/>
            <a:ext cx="1477525" cy="177800"/>
          </a:xfrm>
          <a:prstGeom prst="rect">
            <a:avLst/>
          </a:prstGeom>
          <a:solidFill>
            <a:srgbClr val="087E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939CB-FB8D-9F9A-DD4E-F2C194CAA99D}"/>
              </a:ext>
            </a:extLst>
          </p:cNvPr>
          <p:cNvSpPr txBox="1"/>
          <p:nvPr/>
        </p:nvSpPr>
        <p:spPr>
          <a:xfrm>
            <a:off x="685800" y="56007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경보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ED858F-1493-AAB3-CB56-ED4A9F364A3B}"/>
              </a:ext>
            </a:extLst>
          </p:cNvPr>
          <p:cNvSpPr/>
          <p:nvPr/>
        </p:nvSpPr>
        <p:spPr>
          <a:xfrm>
            <a:off x="2739115" y="56388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E5B75A-7631-7185-06E4-86C4409AB109}"/>
              </a:ext>
            </a:extLst>
          </p:cNvPr>
          <p:cNvSpPr/>
          <p:nvPr/>
        </p:nvSpPr>
        <p:spPr>
          <a:xfrm>
            <a:off x="5593750" y="5638800"/>
            <a:ext cx="1491869" cy="177800"/>
          </a:xfrm>
          <a:prstGeom prst="rect">
            <a:avLst/>
          </a:prstGeom>
          <a:solidFill>
            <a:srgbClr val="1766A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9855C-136E-F373-B3AE-0BD174411456}"/>
              </a:ext>
            </a:extLst>
          </p:cNvPr>
          <p:cNvSpPr txBox="1"/>
          <p:nvPr/>
        </p:nvSpPr>
        <p:spPr>
          <a:xfrm>
            <a:off x="685800" y="59182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6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불가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1BC1EE-9118-CEC0-3912-CAA15FF8A155}"/>
              </a:ext>
            </a:extLst>
          </p:cNvPr>
          <p:cNvSpPr/>
          <p:nvPr/>
        </p:nvSpPr>
        <p:spPr>
          <a:xfrm>
            <a:off x="2739115" y="5956300"/>
            <a:ext cx="8606938" cy="177800"/>
          </a:xfrm>
          <a:prstGeom prst="rect">
            <a:avLst/>
          </a:prstGeom>
          <a:solidFill>
            <a:srgbClr val="EE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232999-90BF-738C-0CEA-09849D342FC7}"/>
              </a:ext>
            </a:extLst>
          </p:cNvPr>
          <p:cNvSpPr/>
          <p:nvPr/>
        </p:nvSpPr>
        <p:spPr>
          <a:xfrm>
            <a:off x="2739115" y="5956300"/>
            <a:ext cx="903729" cy="177800"/>
          </a:xfrm>
          <a:prstGeom prst="rect">
            <a:avLst/>
          </a:prstGeom>
          <a:solidFill>
            <a:srgbClr val="B34B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1C6E2-FE06-6230-C8FF-E18521E0F9C4}"/>
              </a:ext>
            </a:extLst>
          </p:cNvPr>
          <p:cNvSpPr txBox="1"/>
          <p:nvPr/>
        </p:nvSpPr>
        <p:spPr>
          <a:xfrm>
            <a:off x="10452100" y="5029200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  <a:r>
              <a:rPr lang="en-US" altLang="ko-KR" sz="1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08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0A8C6-67EC-9FC7-8C0E-1019D041C75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후보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9C55-E3CA-C549-060F-18B46F00076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Hidden·seed·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후보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개를 학습하고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만으로 선택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DB1A-8322-3AF8-4C2D-143A91DFDB6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1D480-F656-FDD7-5D93-C269B201A7F0}"/>
              </a:ext>
            </a:extLst>
          </p:cNvPr>
          <p:cNvSpPr txBox="1"/>
          <p:nvPr/>
        </p:nvSpPr>
        <p:spPr>
          <a:xfrm>
            <a:off x="685800" y="5473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64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15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 </a:t>
            </a:r>
            <a:r>
              <a:rPr lang="en-US" altLang="ko-KR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2,065 </a:t>
            </a:r>
            <a:r>
              <a:rPr lang="ko-KR" altLang="en-US" sz="25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48D5672-ED0D-B19B-DA18-9C0D46407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2115"/>
              </p:ext>
            </p:extLst>
          </p:nvPr>
        </p:nvGraphicFramePr>
        <p:xfrm>
          <a:off x="685800" y="1485900"/>
          <a:ext cx="10668000" cy="359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61484607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712053217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00034605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126469454"/>
                    </a:ext>
                  </a:extLst>
                </a:gridCol>
              </a:tblGrid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Recall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F1</a:t>
                      </a:r>
                      <a:endParaRPr lang="ko-KR" altLang="en-US" sz="20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0418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0.909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81111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32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0.901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524455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64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0.907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0.926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551834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seed43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0.954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0.903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333926"/>
                  </a:ext>
                </a:extLst>
              </a:tr>
              <a:tr h="599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Hidden 16 / </a:t>
                      </a:r>
                      <a:r>
                        <a:rPr lang="ko-KR" altLang="en-US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빠른 센서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0.980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0.952</a:t>
                      </a:r>
                      <a:endParaRPr lang="ko-KR" altLang="en-US" sz="20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50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33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4674A-356B-FFD7-4B62-856F25DD23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8A83F-95C2-0B8C-FF64-4DCF2CA137E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모델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→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조기 종료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 가중치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4CF4A-80F1-2DCD-A3E6-332B082996E9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556487E-BB9E-38C7-0DAA-0A7D76EFA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546235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270FBEC-993D-7337-5EEE-3C1F45F41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361940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94A238-0486-FB4A-540B-93CB5D019740}"/>
              </a:ext>
            </a:extLst>
          </p:cNvPr>
          <p:cNvSpPr txBox="1"/>
          <p:nvPr/>
        </p:nvSpPr>
        <p:spPr>
          <a:xfrm>
            <a:off x="685800" y="5791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손실이 정체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증가하면 조기 종료</a:t>
            </a:r>
          </a:p>
        </p:txBody>
      </p:sp>
    </p:spTree>
    <p:extLst>
      <p:ext uri="{BB962C8B-B14F-4D97-AF65-F5344CB8AC3E}">
        <p14:creationId xmlns:p14="http://schemas.microsoft.com/office/powerpoint/2010/main" val="10925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E1E2F-2D81-8401-8C2B-906553F59EA2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분류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2C6B-CC39-A1C8-3620-D6A7261ACD87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1,620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임계값과 후보 선택은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C6C66-F73F-0076-29FB-9F03D0F6C9B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627598-245B-8EA8-E94F-A30844A6D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67293"/>
              </p:ext>
            </p:extLst>
          </p:nvPr>
        </p:nvGraphicFramePr>
        <p:xfrm>
          <a:off x="685800" y="1727200"/>
          <a:ext cx="50165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5711790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117973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3793476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06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1,437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5234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  <a:endParaRPr lang="ko-KR" altLang="en-US" sz="24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35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62F912-0776-6864-DC09-2F9150788418}"/>
              </a:ext>
            </a:extLst>
          </p:cNvPr>
          <p:cNvSpPr txBox="1"/>
          <p:nvPr/>
        </p:nvSpPr>
        <p:spPr>
          <a:xfrm>
            <a:off x="6248400" y="1625599"/>
            <a:ext cx="52705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FN 1</a:t>
            </a:r>
          </a:p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FP 18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1A37C-3D77-0934-A4A5-7C2035EB4939}"/>
              </a:ext>
            </a:extLst>
          </p:cNvPr>
          <p:cNvSpPr txBox="1"/>
          <p:nvPr/>
        </p:nvSpPr>
        <p:spPr>
          <a:xfrm>
            <a:off x="6248400" y="26543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Precision 0.901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7491A-5488-E915-2BD2-6E3C212397A3}"/>
              </a:ext>
            </a:extLst>
          </p:cNvPr>
          <p:cNvSpPr txBox="1"/>
          <p:nvPr/>
        </p:nvSpPr>
        <p:spPr>
          <a:xfrm>
            <a:off x="6248400" y="32004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     0.994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0F137-BC5C-F6E2-BE1A-31C74B5AD84E}"/>
              </a:ext>
            </a:extLst>
          </p:cNvPr>
          <p:cNvSpPr txBox="1"/>
          <p:nvPr/>
        </p:nvSpPr>
        <p:spPr>
          <a:xfrm>
            <a:off x="6248400" y="3746500"/>
            <a:ext cx="527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F1            0.945</a:t>
            </a:r>
            <a:endParaRPr lang="ko-KR" altLang="en-US" sz="24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696FD-31A7-46BE-F906-603BF9A3B832}"/>
              </a:ext>
            </a:extLst>
          </p:cNvPr>
          <p:cNvSpPr txBox="1"/>
          <p:nvPr/>
        </p:nvSpPr>
        <p:spPr>
          <a:xfrm>
            <a:off x="685800" y="5143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Logistic: FN 13 / FP 8</a:t>
            </a:r>
            <a:endParaRPr lang="ko-KR" altLang="en-US" sz="23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BF157-0339-2C43-DF0B-6B96C46B3E9D}"/>
              </a:ext>
            </a:extLst>
          </p:cNvPr>
          <p:cNvSpPr txBox="1"/>
          <p:nvPr/>
        </p:nvSpPr>
        <p:spPr>
          <a:xfrm>
            <a:off x="685800" y="5765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조건에서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미탐지가 적고 오경보 입력이 많음</a:t>
            </a:r>
          </a:p>
        </p:txBody>
      </p:sp>
    </p:spTree>
    <p:extLst>
      <p:ext uri="{BB962C8B-B14F-4D97-AF65-F5344CB8AC3E}">
        <p14:creationId xmlns:p14="http://schemas.microsoft.com/office/powerpoint/2010/main" val="23544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303F5-4A75-6FDE-DAA4-70669397CDEF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오경보와 시간 평가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5E239-7355-A339-858C-59D45010F9D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에피소드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유효한 정상 시각에 새 경보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(ENTER)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시작한 횟수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E47A6-BA8E-D90A-D008-751BB8C0330D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24AB31-8214-4C34-2FB6-7EB80F131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88330"/>
              </p:ext>
            </p:extLst>
          </p:nvPr>
        </p:nvGraphicFramePr>
        <p:xfrm>
          <a:off x="685800" y="1460500"/>
          <a:ext cx="106680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735960792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310607523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관점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혼합 </a:t>
                      </a:r>
                      <a:r>
                        <a:rPr lang="en-US" altLang="ko-KR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1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6622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오경보 입력 창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823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정상에서 시작한 새 경보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52129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구간 경보 유지 시간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 정상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579.1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65448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합성 위험 구간 감지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/ 8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지연 중앙값 </a:t>
                      </a:r>
                      <a:r>
                        <a:rPr lang="en-US" altLang="ko-KR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  <a:r>
                        <a:rPr lang="ko-KR" altLang="en-US" sz="21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98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5C38C8-F32E-5BB1-FC69-90262392DBDB}"/>
              </a:ext>
            </a:extLst>
          </p:cNvPr>
          <p:cNvSpPr txBox="1"/>
          <p:nvPr/>
        </p:nvSpPr>
        <p:spPr>
          <a:xfrm>
            <a:off x="685800" y="52324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정상 시험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경보 </a:t>
            </a:r>
            <a:r>
              <a:rPr lang="en-US" altLang="ko-KR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28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FD3AE-5BB0-F360-B93B-4F7548ED6903}"/>
              </a:ext>
            </a:extLst>
          </p:cNvPr>
          <p:cNvSpPr txBox="1"/>
          <p:nvPr/>
        </p:nvSpPr>
        <p:spPr>
          <a:xfrm>
            <a:off x="685800" y="5918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경보 시간도 집계</a:t>
            </a:r>
            <a:r>
              <a:rPr lang="en-US" altLang="ko-KR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현장 오경보율 보장은 아님</a:t>
            </a:r>
          </a:p>
        </p:txBody>
      </p:sp>
    </p:spTree>
    <p:extLst>
      <p:ext uri="{BB962C8B-B14F-4D97-AF65-F5344CB8AC3E}">
        <p14:creationId xmlns:p14="http://schemas.microsoft.com/office/powerpoint/2010/main" val="310227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BB2FE-505A-578A-2D33-F0AA65CEDC3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변환과 임베디드 준비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56C13-9176-A5ED-4D6E-D0BDDFBBBFC2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·host C++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kernel·arena·firmware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7960A-DF2F-50F0-C296-E565B407FCE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AA155-5A7C-E084-0204-64C4578C6AF4}"/>
              </a:ext>
            </a:extLst>
          </p:cNvPr>
          <p:cNvSpPr txBox="1"/>
          <p:nvPr/>
        </p:nvSpPr>
        <p:spPr>
          <a:xfrm>
            <a:off x="685800" y="4254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INT8: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그래프가 펼쳐져 파일이 더 커짐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B3C0F-1EE6-E3D8-38FF-82212E8ED383}"/>
              </a:ext>
            </a:extLst>
          </p:cNvPr>
          <p:cNvSpPr txBox="1"/>
          <p:nvPr/>
        </p:nvSpPr>
        <p:spPr>
          <a:xfrm>
            <a:off x="685800" y="4953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C++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입력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140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일치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165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6564-0E70-79F8-AE24-8EB464432C3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RAM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하한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12,282B · 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자원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탑재 가능성 </a:t>
            </a:r>
            <a:r>
              <a:rPr lang="en-US" altLang="ko-KR" sz="21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UNKNOWN</a:t>
            </a:r>
            <a:endParaRPr lang="ko-KR" altLang="en-US" sz="21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605432-BD66-5DF9-70A0-2619E60C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09054"/>
              </p:ext>
            </p:extLst>
          </p:nvPr>
        </p:nvGraphicFramePr>
        <p:xfrm>
          <a:off x="685800" y="1498600"/>
          <a:ext cx="10668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11160120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325762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51282563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125737335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형식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</a:t>
                      </a:r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bytes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변화</a:t>
                      </a: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FP / FN</a:t>
                      </a:r>
                      <a:endParaRPr lang="ko-KR" altLang="en-US" sz="2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26377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float32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9873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float16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14,260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29742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int8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379,576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/ 1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5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87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BD8B5-2AB0-A72E-CB8E-3D03E279E0F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확인과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09A0C-BFD7-332B-254F-096ECFE2F213}"/>
              </a:ext>
            </a:extLst>
          </p:cNvPr>
          <p:cNvSpPr txBox="1"/>
          <p:nvPr/>
        </p:nvSpPr>
        <p:spPr>
          <a:xfrm>
            <a:off x="685800" y="63881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기준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규격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보드 확보 후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C47F2-F64A-B2F2-C3CB-4585ABBB24E5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FD990-6FE1-AF3F-09D5-A123915792E1}"/>
              </a:ext>
            </a:extLst>
          </p:cNvPr>
          <p:cNvSpPr txBox="1"/>
          <p:nvPr/>
        </p:nvSpPr>
        <p:spPr>
          <a:xfrm>
            <a:off x="685800" y="1574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 기준과 운용 요구 확정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FA84D-B0BF-4B32-4ECD-62F3F2D09D51}"/>
              </a:ext>
            </a:extLst>
          </p:cNvPr>
          <p:cNvSpPr txBox="1"/>
          <p:nvPr/>
        </p:nvSpPr>
        <p:spPr>
          <a:xfrm>
            <a:off x="1181100" y="22987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미달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기준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오경보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F8D81-62AB-7101-0095-F5DB9C35F5A3}"/>
              </a:ext>
            </a:extLst>
          </p:cNvPr>
          <p:cNvSpPr txBox="1"/>
          <p:nvPr/>
        </p:nvSpPr>
        <p:spPr>
          <a:xfrm>
            <a:off x="685800" y="3136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데이터 재학습과 테스트 확대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09C67-E135-F0F3-EE2E-2A7F71C6515B}"/>
              </a:ext>
            </a:extLst>
          </p:cNvPr>
          <p:cNvSpPr txBox="1"/>
          <p:nvPr/>
        </p:nvSpPr>
        <p:spPr>
          <a:xfrm>
            <a:off x="1181100" y="38608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정답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장치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장시간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 사례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2402-88CC-04E4-E31C-41F187256EEA}"/>
              </a:ext>
            </a:extLst>
          </p:cNvPr>
          <p:cNvSpPr txBox="1"/>
          <p:nvPr/>
        </p:nvSpPr>
        <p:spPr>
          <a:xfrm>
            <a:off x="685800" y="46990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통신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연결과 자원 측정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737AE-17D1-BCEA-1926-0984BA3AEA6F}"/>
              </a:ext>
            </a:extLst>
          </p:cNvPr>
          <p:cNvSpPr txBox="1"/>
          <p:nvPr/>
        </p:nvSpPr>
        <p:spPr>
          <a:xfrm>
            <a:off x="1181100" y="54229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패킷 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adapter · TFLM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연산자</a:t>
            </a:r>
            <a:r>
              <a:rPr lang="en-US" altLang="ko-KR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/arena · </a:t>
            </a:r>
            <a:r>
              <a:rPr lang="ko-KR" altLang="en-US" sz="22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최악 처리시간</a:t>
            </a:r>
          </a:p>
        </p:txBody>
      </p:sp>
    </p:spTree>
    <p:extLst>
      <p:ext uri="{BB962C8B-B14F-4D97-AF65-F5344CB8AC3E}">
        <p14:creationId xmlns:p14="http://schemas.microsoft.com/office/powerpoint/2010/main" val="331928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Microsoft Office PowerPoint</Application>
  <PresentationFormat>와이드스크린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2026-10-12T04:52:10Z</dcterms:modified>
</cp:coreProperties>
</file>