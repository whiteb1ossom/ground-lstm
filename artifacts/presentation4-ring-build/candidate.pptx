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0.67595541477203369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기준과 데이터 구성</a:t>
            </a:r>
            <a:r>
              <a:rPr lang="en-US" altLang="ko-KR"/>
              <a:t>, </a:t>
            </a:r>
            <a:r>
              <a:rPr lang="ko-KR" altLang="en-US"/>
              <a:t>링 버퍼의 역할</a:t>
            </a:r>
            <a:r>
              <a:rPr lang="en-US" altLang="ko-KR"/>
              <a:t>, </a:t>
            </a:r>
            <a:r>
              <a:rPr lang="ko-KR" altLang="en-US"/>
              <a:t>학습 과정과 평가 결과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센서 데이터를 일정한 크기의 공간에 유지하는 구조입니다</a:t>
            </a:r>
            <a:r>
              <a:rPr lang="en-US" altLang="ko-KR"/>
              <a:t>. </a:t>
            </a:r>
            <a:r>
              <a:rPr lang="ko-KR" altLang="en-US"/>
              <a:t>이 프로젝트에서는 전처리하고 정규화한 특징과 </a:t>
            </a:r>
            <a:r>
              <a:rPr lang="en-US" altLang="ko-KR"/>
              <a:t>timestamp, </a:t>
            </a:r>
            <a:r>
              <a:rPr lang="ko-KR" altLang="en-US"/>
              <a:t>유효성 정보를 저장합니다</a:t>
            </a:r>
            <a:r>
              <a:rPr lang="en-US" altLang="ko-KR"/>
              <a:t>. </a:t>
            </a:r>
            <a:r>
              <a:rPr lang="ko-KR" altLang="en-US"/>
              <a:t>새 데이터가 들어오면 가장 오래된 데이터의 자리를 사용하므로 저장 배열이 계속 커지지 않습니다</a:t>
            </a:r>
            <a:r>
              <a:rPr lang="en-US" altLang="ko-KR"/>
              <a:t>. </a:t>
            </a:r>
            <a:r>
              <a:rPr lang="ko-KR" altLang="en-US"/>
              <a:t>표는 동작을 설명하기 위해 붙인 샘플 번호입니다</a:t>
            </a:r>
            <a:r>
              <a:rPr lang="en-US" altLang="ko-KR"/>
              <a:t>. 1</a:t>
            </a:r>
            <a:r>
              <a:rPr lang="ko-KR" altLang="en-US"/>
              <a:t>번부터 </a:t>
            </a:r>
            <a:r>
              <a:rPr lang="en-US" altLang="ko-KR"/>
              <a:t>66</a:t>
            </a:r>
            <a:r>
              <a:rPr lang="ko-KR" altLang="en-US"/>
              <a:t>번까지 보관하다가 </a:t>
            </a:r>
            <a:r>
              <a:rPr lang="en-US" altLang="ko-KR"/>
              <a:t>67</a:t>
            </a:r>
            <a:r>
              <a:rPr lang="ko-KR" altLang="en-US"/>
              <a:t>번이 들어오면 </a:t>
            </a:r>
            <a:r>
              <a:rPr lang="en-US" altLang="ko-KR"/>
              <a:t>1</a:t>
            </a:r>
            <a:r>
              <a:rPr lang="ko-KR" altLang="en-US"/>
              <a:t>번을 덮어쓰고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입력 시퀀스도 최신 </a:t>
            </a:r>
            <a:r>
              <a:rPr lang="en-US" altLang="ko-KR"/>
              <a:t>16</a:t>
            </a:r>
            <a:r>
              <a:rPr lang="ko-KR" altLang="en-US"/>
              <a:t>개인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번으로 바뀝니다</a:t>
            </a:r>
            <a:r>
              <a:rPr lang="en-US" altLang="ko-KR"/>
              <a:t>. </a:t>
            </a:r>
            <a:r>
              <a:rPr lang="ko-KR" altLang="en-US"/>
              <a:t>데모 용량 </a:t>
            </a:r>
            <a:r>
              <a:rPr lang="en-US" altLang="ko-KR"/>
              <a:t>66</a:t>
            </a:r>
            <a:r>
              <a:rPr lang="ko-KR" altLang="en-US"/>
              <a:t>개는 입력 </a:t>
            </a:r>
            <a:r>
              <a:rPr lang="en-US" altLang="ko-KR"/>
              <a:t>16</a:t>
            </a:r>
            <a:r>
              <a:rPr lang="ko-KR" altLang="en-US"/>
              <a:t>개와 </a:t>
            </a:r>
            <a:r>
              <a:rPr lang="en-US" altLang="ko-KR"/>
              <a:t>100</a:t>
            </a:r>
            <a:r>
              <a:rPr lang="ko-KR" altLang="en-US"/>
              <a:t>밀리초 간격의 과거 </a:t>
            </a:r>
            <a:r>
              <a:rPr lang="en-US" altLang="ko-KR"/>
              <a:t>5</a:t>
            </a:r>
            <a:r>
              <a:rPr lang="ko-KR" altLang="en-US"/>
              <a:t>초분인 </a:t>
            </a:r>
            <a:r>
              <a:rPr lang="en-US" altLang="ko-KR"/>
              <a:t>50</a:t>
            </a:r>
            <a:r>
              <a:rPr lang="ko-KR" altLang="en-US"/>
              <a:t>개를 합한 값입니다</a:t>
            </a:r>
            <a:r>
              <a:rPr lang="en-US" altLang="ko-KR"/>
              <a:t>. </a:t>
            </a:r>
            <a:r>
              <a:rPr lang="ko-KR" altLang="en-US"/>
              <a:t>실제 운용값은 센서 데이터와 </a:t>
            </a:r>
            <a:r>
              <a:rPr lang="en-US" altLang="ko-KR"/>
              <a:t>MCU </a:t>
            </a:r>
            <a:r>
              <a:rPr lang="ko-KR" altLang="en-US"/>
              <a:t>예산에 맞춰 결정해야 합니다</a:t>
            </a:r>
            <a:r>
              <a:rPr lang="en-US" altLang="ko-KR"/>
              <a:t>. </a:t>
            </a:r>
            <a:r>
              <a:rPr lang="ko-KR" altLang="en-US"/>
              <a:t>최신 </a:t>
            </a:r>
            <a:r>
              <a:rPr lang="en-US" altLang="ko-KR"/>
              <a:t>16</a:t>
            </a:r>
            <a:r>
              <a:rPr lang="ko-KR" altLang="en-US"/>
              <a:t>개가 유효하고 시간 간격이 맞을 때 </a:t>
            </a:r>
            <a:r>
              <a:rPr lang="en-US" altLang="ko-KR"/>
              <a:t>SequenceBuilder</a:t>
            </a:r>
            <a:r>
              <a:rPr lang="ko-KR" altLang="en-US"/>
              <a:t>가 입력을 준비합니다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src/realtime/sequence_builder.py, configs/realtime_demo.yaml, docs/ring-buffer-usage.md. 1~67</a:t>
            </a:r>
            <a:r>
              <a:rPr lang="ko-KR" altLang="en-US"/>
              <a:t>은 구조 설명용 번호이며 측정값이나 위험 </a:t>
            </a:r>
            <a:r>
              <a:rPr lang="en-US" altLang="ko-KR"/>
              <a:t>label</a:t>
            </a:r>
            <a:r>
              <a:rPr lang="ko-KR" altLang="en-US"/>
              <a:t>이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 데모에서는 합성 </a:t>
            </a:r>
            <a:r>
              <a:rPr lang="en-US" altLang="ko-KR"/>
              <a:t>CSV</a:t>
            </a:r>
            <a:r>
              <a:rPr lang="ko-KR" altLang="en-US"/>
              <a:t>의 </a:t>
            </a:r>
            <a:r>
              <a:rPr lang="en-US" altLang="ko-KR"/>
              <a:t>3,600</a:t>
            </a:r>
            <a:r>
              <a:rPr lang="ko-KR" altLang="en-US"/>
              <a:t>개 샘플을 재생했습니다</a:t>
            </a:r>
            <a:r>
              <a:rPr lang="en-US" altLang="ko-KR"/>
              <a:t>. </a:t>
            </a:r>
            <a:r>
              <a:rPr lang="ko-KR" altLang="en-US"/>
              <a:t>새 데이터가 계속 들어와도 버퍼에는 최대 </a:t>
            </a:r>
            <a:r>
              <a:rPr lang="en-US" altLang="ko-KR"/>
              <a:t>66</a:t>
            </a:r>
            <a:r>
              <a:rPr lang="ko-KR" altLang="en-US"/>
              <a:t>개만 남았고</a:t>
            </a:r>
            <a:r>
              <a:rPr lang="en-US" altLang="ko-KR"/>
              <a:t>, </a:t>
            </a:r>
            <a:r>
              <a:rPr lang="ko-KR" altLang="en-US"/>
              <a:t>오래된 샘플을 </a:t>
            </a:r>
            <a:r>
              <a:rPr lang="en-US" altLang="ko-KR"/>
              <a:t>3,204</a:t>
            </a:r>
            <a:r>
              <a:rPr lang="ko-KR" altLang="en-US"/>
              <a:t>회 덮어썼습니다</a:t>
            </a:r>
            <a:r>
              <a:rPr lang="en-US" altLang="ko-KR"/>
              <a:t>. SequenceBuilder</a:t>
            </a:r>
            <a:r>
              <a:rPr lang="ko-KR" altLang="en-US"/>
              <a:t>는 </a:t>
            </a:r>
            <a:r>
              <a:rPr lang="en-US" altLang="ko-KR"/>
              <a:t>882</a:t>
            </a:r>
            <a:r>
              <a:rPr lang="ko-KR" altLang="en-US"/>
              <a:t>개의 입력 시퀀스를 준비했으며 입력 크기는 </a:t>
            </a:r>
            <a:r>
              <a:rPr lang="en-US" altLang="ko-KR"/>
              <a:t>1, 16, 20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버퍼 배열의 데이터 크기는 </a:t>
            </a:r>
            <a:r>
              <a:rPr lang="en-US" altLang="ko-KR"/>
              <a:t>5,874</a:t>
            </a:r>
            <a:r>
              <a:rPr lang="ko-KR" altLang="en-US"/>
              <a:t>바이트입니다</a:t>
            </a:r>
            <a:r>
              <a:rPr lang="en-US" altLang="ko-KR"/>
              <a:t>. </a:t>
            </a:r>
            <a:r>
              <a:rPr lang="ko-KR" altLang="en-US"/>
              <a:t>이 숫자에는 </a:t>
            </a:r>
            <a:r>
              <a:rPr lang="en-US" altLang="ko-KR"/>
              <a:t>Python </a:t>
            </a:r>
            <a:r>
              <a:rPr lang="ko-KR" altLang="en-US"/>
              <a:t>객체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모델과 </a:t>
            </a:r>
            <a:r>
              <a:rPr lang="en-US" altLang="ko-KR"/>
              <a:t>MCU </a:t>
            </a:r>
            <a:r>
              <a:rPr lang="ko-KR" altLang="en-US"/>
              <a:t>실행 메모리가 포함되지 않습니다</a:t>
            </a:r>
            <a:r>
              <a:rPr lang="en-US" altLang="ko-KR"/>
              <a:t>. </a:t>
            </a:r>
            <a:r>
              <a:rPr lang="ko-KR" altLang="en-US"/>
              <a:t>데이터가 충분하지 않거나</a:t>
            </a:r>
            <a:r>
              <a:rPr lang="en-US" altLang="ko-KR"/>
              <a:t>, </a:t>
            </a:r>
            <a:r>
              <a:rPr lang="ko-KR" altLang="en-US"/>
              <a:t>최신 구간에 무효 입력 또는 시간 간격 오류가 있으면 준비 완료 상태를 내보내지 않도록 구현하고 테스트했습니다</a:t>
            </a:r>
            <a:r>
              <a:rPr lang="en-US" altLang="ko-KR"/>
              <a:t>. </a:t>
            </a:r>
            <a:r>
              <a:rPr lang="ko-KR" altLang="en-US"/>
              <a:t>이번 데모의 </a:t>
            </a:r>
            <a:r>
              <a:rPr lang="en-US" altLang="ko-KR"/>
              <a:t>6</a:t>
            </a:r>
            <a:r>
              <a:rPr lang="ko-KR" altLang="en-US"/>
              <a:t>개 합성 구간은 이벤트 경계에서 입력 상태를 초기화했습니다</a:t>
            </a:r>
            <a:r>
              <a:rPr lang="en-US" altLang="ko-KR"/>
              <a:t>. </a:t>
            </a:r>
            <a:r>
              <a:rPr lang="ko-KR" altLang="en-US"/>
              <a:t>실제 연속 수신에서는 데이터 획득 재시작 같은 명시적 경계를 사용해 검증해야 합니다</a:t>
            </a:r>
            <a:r>
              <a:rPr lang="en-US" altLang="ko-KR"/>
              <a:t>. </a:t>
            </a:r>
            <a:r>
              <a:rPr lang="ko-KR" altLang="en-US"/>
              <a:t>현재 완료 범위는 최근 데이터를 유지하고 모델에 전달할 입력을 준비하는 기능입니다</a:t>
            </a:r>
            <a:r>
              <a:rPr lang="en-US" altLang="ko-KR"/>
              <a:t>.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위험 판단과 자동 이벤트 기록 연결은 다음 단계입니다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artifacts/reports/ring-buffer-demo.json, docs/ring-buffer-usage.md, tests/test_ring_buffer.py. </a:t>
            </a:r>
            <a:r>
              <a:rPr lang="ko-KR" altLang="en-US"/>
              <a:t>별도 </a:t>
            </a:r>
            <a:r>
              <a:rPr lang="en-US" altLang="ko-KR"/>
              <a:t>Phase 2 </a:t>
            </a:r>
            <a:r>
              <a:rPr lang="ko-KR" altLang="en-US"/>
              <a:t>합성 입력 데모이며 학습된 모델의 실시간 추론 결과가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97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평가와 링 버퍼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80397C-874E-FDD2-69E7-35F61C4C70F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버퍼의 역할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92C90-8D8A-D4D2-3F05-6E1830F153BA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전처리한 특징을 고정 공간에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표는 샘플 번호로 설명한 동작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44825-98C4-DD95-B3E6-91D77F497A5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CECB7-99D6-0434-2CAA-2DC73E10564B}"/>
              </a:ext>
            </a:extLst>
          </p:cNvPr>
          <p:cNvSpPr txBox="1"/>
          <p:nvPr/>
        </p:nvSpPr>
        <p:spPr>
          <a:xfrm>
            <a:off x="685800" y="15113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최신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입력 생성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4102DB-0E6D-B148-B0F5-6C0F29529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94004"/>
              </p:ext>
            </p:extLst>
          </p:nvPr>
        </p:nvGraphicFramePr>
        <p:xfrm>
          <a:off x="685800" y="2540000"/>
          <a:ext cx="10668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594689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0332288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1497891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2202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 샘플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3581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112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9283E1-BC35-C737-401F-24899BF51EB2}"/>
              </a:ext>
            </a:extLst>
          </p:cNvPr>
          <p:cNvSpPr txBox="1"/>
          <p:nvPr/>
        </p:nvSpPr>
        <p:spPr>
          <a:xfrm>
            <a:off x="685800" y="5219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번이 들어오면 가장 오래된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자리 사용</a:t>
            </a:r>
          </a:p>
        </p:txBody>
      </p:sp>
    </p:spTree>
    <p:extLst>
      <p:ext uri="{BB962C8B-B14F-4D97-AF65-F5344CB8AC3E}">
        <p14:creationId xmlns:p14="http://schemas.microsoft.com/office/powerpoint/2010/main" val="15106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FACC0-23C7-31B1-7570-24322C304D8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 실행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37D8A-740E-3EA9-004B-4A1DF00327AE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 메모리만 집계하며 모델 추론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검증은 후속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DB2A0-A799-6E94-B3A5-E1F018C4106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92A1A-2F62-646B-389D-A8C2A2354990}"/>
              </a:ext>
            </a:extLst>
          </p:cNvPr>
          <p:cNvSpPr txBox="1"/>
          <p:nvPr/>
        </p:nvSpPr>
        <p:spPr>
          <a:xfrm>
            <a:off x="685800" y="1511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3,600</a:t>
            </a:r>
            <a:r>
              <a:rPr lang="ko-KR" altLang="en-US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샘플 재생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21B4-768A-FE67-4AA7-8311630012CE}"/>
              </a:ext>
            </a:extLst>
          </p:cNvPr>
          <p:cNvSpPr txBox="1"/>
          <p:nvPr/>
        </p:nvSpPr>
        <p:spPr>
          <a:xfrm>
            <a:off x="6731000" y="1511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유지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DFEF87E-5ACB-243A-E2B6-D90247FB8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16815"/>
              </p:ext>
            </p:extLst>
          </p:nvPr>
        </p:nvGraphicFramePr>
        <p:xfrm>
          <a:off x="685800" y="2438400"/>
          <a:ext cx="106680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54814750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604140149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항목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결과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424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준비된 입력 시퀀스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882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71862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텐서 크기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× 16 × 20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349801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오래된 샘플 덮어쓰기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3,204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12197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배열 메모리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5,874 bytes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7720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33FCB5-A766-6FE6-62C4-6698505D37F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부족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무효 입력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간격 오류 검사</a:t>
            </a:r>
          </a:p>
        </p:txBody>
      </p:sp>
    </p:spTree>
    <p:extLst>
      <p:ext uri="{BB962C8B-B14F-4D97-AF65-F5344CB8AC3E}">
        <p14:creationId xmlns:p14="http://schemas.microsoft.com/office/powerpoint/2010/main" val="279817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212913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와이드스크린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2</cp:revision>
  <dcterms:created xsi:type="dcterms:W3CDTF">2026-10-06T19:07:32Z</dcterms:created>
  <dcterms:modified xsi:type="dcterms:W3CDTF">2026-10-06T20:01:13Z</dcterms:modified>
</cp:coreProperties>
</file>